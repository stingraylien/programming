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82" r:id="rId5"/>
  </p:sldMasterIdLst>
  <p:notesMasterIdLst>
    <p:notesMasterId r:id="rId18"/>
  </p:notesMasterIdLst>
  <p:sldIdLst>
    <p:sldId id="288" r:id="rId6"/>
    <p:sldId id="279" r:id="rId7"/>
    <p:sldId id="280" r:id="rId8"/>
    <p:sldId id="259" r:id="rId9"/>
    <p:sldId id="281" r:id="rId10"/>
    <p:sldId id="282" r:id="rId11"/>
    <p:sldId id="289" r:id="rId12"/>
    <p:sldId id="284" r:id="rId13"/>
    <p:sldId id="285" r:id="rId14"/>
    <p:sldId id="290" r:id="rId15"/>
    <p:sldId id="286" r:id="rId16"/>
    <p:sldId id="287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orient="horz" pos="4133" userDrawn="1">
          <p15:clr>
            <a:srgbClr val="A4A3A4"/>
          </p15:clr>
        </p15:guide>
        <p15:guide id="4" pos="7423" userDrawn="1">
          <p15:clr>
            <a:srgbClr val="A4A3A4"/>
          </p15:clr>
        </p15:guide>
        <p15:guide id="5" pos="1323" userDrawn="1">
          <p15:clr>
            <a:srgbClr val="A4A3A4"/>
          </p15:clr>
        </p15:guide>
        <p15:guide id="6" pos="6357" userDrawn="1">
          <p15:clr>
            <a:srgbClr val="A4A3A4"/>
          </p15:clr>
        </p15:guide>
        <p15:guide id="7" pos="529" userDrawn="1">
          <p15:clr>
            <a:srgbClr val="A4A3A4"/>
          </p15:clr>
        </p15:guide>
        <p15:guide id="8" orient="horz" pos="1094" userDrawn="1">
          <p15:clr>
            <a:srgbClr val="A4A3A4"/>
          </p15:clr>
        </p15:guide>
        <p15:guide id="9" pos="3953" userDrawn="1">
          <p15:clr>
            <a:srgbClr val="A4A3A4"/>
          </p15:clr>
        </p15:guide>
        <p15:guide id="10" pos="3795" userDrawn="1">
          <p15:clr>
            <a:srgbClr val="A4A3A4"/>
          </p15:clr>
        </p15:guide>
        <p15:guide id="11" orient="horz" pos="913" userDrawn="1">
          <p15:clr>
            <a:srgbClr val="A4A3A4"/>
          </p15:clr>
        </p15:guide>
        <p15:guide id="12" pos="1413" userDrawn="1">
          <p15:clr>
            <a:srgbClr val="A4A3A4"/>
          </p15:clr>
        </p15:guide>
        <p15:guide id="13" pos="6267" userDrawn="1">
          <p15:clr>
            <a:srgbClr val="A4A3A4"/>
          </p15:clr>
        </p15:guide>
        <p15:guide id="14" orient="horz" pos="1344" userDrawn="1">
          <p15:clr>
            <a:srgbClr val="A4A3A4"/>
          </p15:clr>
        </p15:guide>
        <p15:guide id="15" orient="horz" pos="4042" userDrawn="1">
          <p15:clr>
            <a:srgbClr val="A4A3A4"/>
          </p15:clr>
        </p15:guide>
        <p15:guide id="16" pos="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0012"/>
    <a:srgbClr val="717073"/>
    <a:srgbClr val="000000"/>
    <a:srgbClr val="171616"/>
    <a:srgbClr val="D51621"/>
    <a:srgbClr val="8D8888"/>
    <a:srgbClr val="C00000"/>
    <a:srgbClr val="6C6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51" autoAdjust="0"/>
  </p:normalViewPr>
  <p:slideViewPr>
    <p:cSldViewPr snapToGrid="0" showGuides="1">
      <p:cViewPr varScale="1">
        <p:scale>
          <a:sx n="72" d="100"/>
          <a:sy n="72" d="100"/>
        </p:scale>
        <p:origin x="384" y="52"/>
      </p:cViewPr>
      <p:guideLst>
        <p:guide orient="horz" pos="572"/>
        <p:guide pos="257"/>
        <p:guide orient="horz" pos="4133"/>
        <p:guide pos="7423"/>
        <p:guide pos="1323"/>
        <p:guide pos="6357"/>
        <p:guide pos="529"/>
        <p:guide orient="horz" pos="1094"/>
        <p:guide pos="3953"/>
        <p:guide pos="3795"/>
        <p:guide orient="horz" pos="913"/>
        <p:guide pos="1413"/>
        <p:guide pos="6267"/>
        <p:guide orient="horz" pos="1344"/>
        <p:guide orient="horz" pos="4042"/>
        <p:guide pos="8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8360B-7185-A544-8055-6D9BB182237A}" type="datetimeFigureOut">
              <a:rPr kumimoji="1" lang="zh-TW" altLang="en-US" smtClean="0"/>
              <a:t>2024/8/8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7258-19C1-FD41-95BE-3E65E35E363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895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0A3E966-5BBA-462A-4A11-B9DF31A7EC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3235" y="4109210"/>
            <a:ext cx="2006353" cy="285237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kumimoji="1" lang="en-US" altLang="zh-TW" dirty="0"/>
              <a:t>MM.YYYY in 16 pts</a:t>
            </a:r>
            <a:endParaRPr kumimoji="1"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B9775C16-826A-003C-25BB-6FE388DDB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2547" y="2293481"/>
            <a:ext cx="7040636" cy="1553620"/>
          </a:xfrm>
        </p:spPr>
        <p:txBody>
          <a:bodyPr>
            <a:noAutofit/>
          </a:bodyPr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Master title</a:t>
            </a:r>
            <a:br>
              <a:rPr kumimoji="1" lang="en-US" altLang="zh-TW" dirty="0"/>
            </a:br>
            <a:r>
              <a:rPr kumimoji="1" lang="en-US" altLang="zh-TW" dirty="0"/>
              <a:t>goes here in 54 pts</a:t>
            </a:r>
            <a:endParaRPr kumimoji="1"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EF78838-4A8B-304E-424C-4BFAD14E0C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20880" y="6398418"/>
            <a:ext cx="1460718" cy="2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55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字版面配置區 2">
            <a:extLst>
              <a:ext uri="{FF2B5EF4-FFF2-40B4-BE49-F238E27FC236}">
                <a16:creationId xmlns:a16="http://schemas.microsoft.com/office/drawing/2014/main" id="{D885D95C-F017-488B-28B6-681E6EC1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51649" y="1937205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01</a:t>
            </a:r>
          </a:p>
        </p:txBody>
      </p:sp>
      <p:sp>
        <p:nvSpPr>
          <p:cNvPr id="32" name="文字版面配置區 2">
            <a:extLst>
              <a:ext uri="{FF2B5EF4-FFF2-40B4-BE49-F238E27FC236}">
                <a16:creationId xmlns:a16="http://schemas.microsoft.com/office/drawing/2014/main" id="{CA20B592-C31A-D5B6-7D4A-7F56DD37D71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4515" y="2755024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02</a:t>
            </a:r>
          </a:p>
        </p:txBody>
      </p:sp>
      <p:sp>
        <p:nvSpPr>
          <p:cNvPr id="33" name="文字版面配置區 2">
            <a:extLst>
              <a:ext uri="{FF2B5EF4-FFF2-40B4-BE49-F238E27FC236}">
                <a16:creationId xmlns:a16="http://schemas.microsoft.com/office/drawing/2014/main" id="{1D888358-E612-BC43-86F5-73E0C341034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646081" y="3572843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03</a:t>
            </a:r>
          </a:p>
        </p:txBody>
      </p:sp>
      <p:sp>
        <p:nvSpPr>
          <p:cNvPr id="34" name="文字版面配置區 2">
            <a:extLst>
              <a:ext uri="{FF2B5EF4-FFF2-40B4-BE49-F238E27FC236}">
                <a16:creationId xmlns:a16="http://schemas.microsoft.com/office/drawing/2014/main" id="{EC42EDE9-7F8E-98BF-952A-70814B4EC02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54917" y="4390662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04</a:t>
            </a:r>
          </a:p>
        </p:txBody>
      </p:sp>
      <p:sp>
        <p:nvSpPr>
          <p:cNvPr id="35" name="文字版面配置區 2">
            <a:extLst>
              <a:ext uri="{FF2B5EF4-FFF2-40B4-BE49-F238E27FC236}">
                <a16:creationId xmlns:a16="http://schemas.microsoft.com/office/drawing/2014/main" id="{0FFBBA22-E824-964A-D299-FB24EB271C4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826485" y="5208479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05</a:t>
            </a:r>
          </a:p>
        </p:txBody>
      </p:sp>
      <p:sp>
        <p:nvSpPr>
          <p:cNvPr id="38" name="內容版面配置區 2">
            <a:extLst>
              <a:ext uri="{FF2B5EF4-FFF2-40B4-BE49-F238E27FC236}">
                <a16:creationId xmlns:a16="http://schemas.microsoft.com/office/drawing/2014/main" id="{01CF7496-E22B-1EF9-FBFF-80DC624CC7D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105267" y="2011795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BAE8FBA-1FD7-A46B-BFB8-FA2F6A8D17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721" y="350340"/>
            <a:ext cx="6458674" cy="919919"/>
          </a:xfrm>
        </p:spPr>
        <p:txBody>
          <a:bodyPr>
            <a:no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Table of content in 40 pts</a:t>
            </a:r>
            <a:endParaRPr kumimoji="1"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F1E2951-EA03-DD4A-1CAE-C8243F3CBB0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635475" y="2829614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61CC4BF-119A-2808-AD1F-D741B627DC0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208816" y="3647433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B24602A-C266-BEA5-C7F9-38917924723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5799409" y="4465252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4D70BAC-59E3-E435-15CE-1E2542A9C99D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375620" y="5283071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024CE1F-4397-DF79-B75F-35160943E2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3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6C78D-865D-FD03-932E-0F389D77FF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5351" y="158786"/>
            <a:ext cx="7601298" cy="919919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Table of content in 40 pts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4BAD776-5F6E-870C-082C-C401E8AA2C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5933" y="6434457"/>
            <a:ext cx="1310450" cy="210263"/>
          </a:xfrm>
          <a:prstGeom prst="rect">
            <a:avLst/>
          </a:prstGeom>
        </p:spPr>
      </p:pic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31D28BAA-3B15-F88D-0590-18931247D520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373919" y="2429933"/>
            <a:ext cx="4137882" cy="406582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01  Subtitle text goes here in 18 pts</a:t>
            </a:r>
            <a:endParaRPr kumimoji="1" lang="zh-TW" altLang="en-US" dirty="0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342C37F3-C56A-6283-E734-3F65CAAAEFC1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1373919" y="3022514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02  Subtitle text goes here in 18 pts</a:t>
            </a:r>
            <a:endParaRPr kumimoji="1" lang="zh-TW" altLang="en-US" dirty="0"/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D3CF1F98-4ADD-4E9A-D48F-E2D6F86308C1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1373919" y="4170370"/>
            <a:ext cx="4095549" cy="435494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04  Subtitle text goes here in 18 pts</a:t>
            </a:r>
            <a:endParaRPr kumimoji="1" lang="zh-TW" altLang="en-US" dirty="0"/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BB5F5D10-CDE8-01EB-7D77-CCFEE11336E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373919" y="4771835"/>
            <a:ext cx="4104015" cy="40976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05  Subtitle text goes here in 18 pts</a:t>
            </a:r>
            <a:endParaRPr kumimoji="1" lang="zh-TW" altLang="en-US" dirty="0"/>
          </a:p>
        </p:txBody>
      </p:sp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16C78B00-B80E-DF36-268F-9E7A42A28EE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1373919" y="3594306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03  Subtitle text goes here in 18 pts</a:t>
            </a:r>
            <a:endParaRPr kumimoji="1" lang="zh-TW" altLang="en-US" dirty="0"/>
          </a:p>
        </p:txBody>
      </p:sp>
      <p:sp>
        <p:nvSpPr>
          <p:cNvPr id="33" name="內容版面配置區 2">
            <a:extLst>
              <a:ext uri="{FF2B5EF4-FFF2-40B4-BE49-F238E27FC236}">
                <a16:creationId xmlns:a16="http://schemas.microsoft.com/office/drawing/2014/main" id="{A2143A40-6EF7-B283-5C9B-770C58EF7847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7069749" y="2429933"/>
            <a:ext cx="4137882" cy="406582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01  Subtitle text goes here in 18 pts</a:t>
            </a:r>
            <a:endParaRPr kumimoji="1" lang="zh-TW" altLang="en-US" dirty="0"/>
          </a:p>
        </p:txBody>
      </p:sp>
      <p:sp>
        <p:nvSpPr>
          <p:cNvPr id="34" name="內容版面配置區 2">
            <a:extLst>
              <a:ext uri="{FF2B5EF4-FFF2-40B4-BE49-F238E27FC236}">
                <a16:creationId xmlns:a16="http://schemas.microsoft.com/office/drawing/2014/main" id="{D8E2E67F-FE34-E5DB-E7A7-8429171DAEE3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7069749" y="3022514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02  Subtitle text goes here in 18 pts</a:t>
            </a:r>
            <a:endParaRPr kumimoji="1" lang="zh-TW" altLang="en-US" dirty="0"/>
          </a:p>
        </p:txBody>
      </p:sp>
      <p:sp>
        <p:nvSpPr>
          <p:cNvPr id="35" name="內容版面配置區 2">
            <a:extLst>
              <a:ext uri="{FF2B5EF4-FFF2-40B4-BE49-F238E27FC236}">
                <a16:creationId xmlns:a16="http://schemas.microsoft.com/office/drawing/2014/main" id="{C7955D6B-7826-E598-8813-A563EF4F8BA8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069749" y="4170370"/>
            <a:ext cx="4095549" cy="435494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04  Subtitle text goes here in 18 pts</a:t>
            </a:r>
            <a:endParaRPr kumimoji="1" lang="zh-TW" altLang="en-US" dirty="0"/>
          </a:p>
        </p:txBody>
      </p:sp>
      <p:sp>
        <p:nvSpPr>
          <p:cNvPr id="36" name="內容版面配置區 2">
            <a:extLst>
              <a:ext uri="{FF2B5EF4-FFF2-40B4-BE49-F238E27FC236}">
                <a16:creationId xmlns:a16="http://schemas.microsoft.com/office/drawing/2014/main" id="{65565508-E50F-978C-0FEA-98B4D8D73748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7069749" y="4771835"/>
            <a:ext cx="4104015" cy="40976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05  Subtitle text goes here in 18 pts</a:t>
            </a:r>
            <a:endParaRPr kumimoji="1" lang="zh-TW" altLang="en-US" dirty="0"/>
          </a:p>
        </p:txBody>
      </p:sp>
      <p:sp>
        <p:nvSpPr>
          <p:cNvPr id="37" name="內容版面配置區 2">
            <a:extLst>
              <a:ext uri="{FF2B5EF4-FFF2-40B4-BE49-F238E27FC236}">
                <a16:creationId xmlns:a16="http://schemas.microsoft.com/office/drawing/2014/main" id="{A5583A69-4E05-4EFA-EB61-4C5BB4D1968D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7069749" y="3594306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03  Subtitle text goes here in 18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964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EE42B84-98B5-E064-C69E-D86455B3BE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729" y="2940141"/>
            <a:ext cx="6177093" cy="196801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en-US" altLang="zh-TW" sz="4400" dirty="0">
                <a:solidFill>
                  <a:schemeClr val="bg1"/>
                </a:solidFill>
                <a:latin typeface="+mj-lt"/>
              </a:rPr>
              <a:t>Master title </a:t>
            </a:r>
            <a:br>
              <a:rPr kumimoji="1" lang="en-US" altLang="zh-TW" sz="4400" dirty="0">
                <a:solidFill>
                  <a:schemeClr val="bg1"/>
                </a:solidFill>
                <a:latin typeface="+mj-lt"/>
              </a:rPr>
            </a:br>
            <a:r>
              <a:rPr kumimoji="1" lang="en-US" altLang="zh-TW" sz="4400" dirty="0">
                <a:solidFill>
                  <a:schemeClr val="bg1"/>
                </a:solidFill>
                <a:latin typeface="+mj-lt"/>
              </a:rPr>
              <a:t>goes here in 44 pts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F6CE943-1C5F-B890-A475-C89A088087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5933" y="6434457"/>
            <a:ext cx="1310450" cy="2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65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8C3D9-B311-0EB2-33E0-663B4751BE5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89164" y="1688400"/>
            <a:ext cx="8321435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sentence case 14 pts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DD162E08-668A-2404-2EC9-4135192810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0D96D51-3336-B71B-F125-A1FFC1068E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821806B-82E5-5427-1DF6-D225FD20DD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08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>
            <a:extLst>
              <a:ext uri="{FF2B5EF4-FFF2-40B4-BE49-F238E27FC236}">
                <a16:creationId xmlns:a16="http://schemas.microsoft.com/office/drawing/2014/main" id="{B519F061-4596-EB21-0270-76C3FCEFF683}"/>
              </a:ext>
            </a:extLst>
          </p:cNvPr>
          <p:cNvSpPr txBox="1">
            <a:spLocks/>
          </p:cNvSpPr>
          <p:nvPr userDrawn="1"/>
        </p:nvSpPr>
        <p:spPr>
          <a:xfrm>
            <a:off x="289167" y="9660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1400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3ACF594E-6C11-5245-831C-3C9D327794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543B419D-9688-D7AA-678F-335FA273A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08D317A-E8D4-EFFE-B8CF-D0A38534A5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16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32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8C3D9-B311-0EB2-33E0-663B4751BE5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89164" y="1680965"/>
            <a:ext cx="5477455" cy="47196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sentence case 14 pts</a:t>
            </a:r>
          </a:p>
        </p:txBody>
      </p:sp>
      <p:sp>
        <p:nvSpPr>
          <p:cNvPr id="6" name="圖片版面配置區 2">
            <a:extLst>
              <a:ext uri="{FF2B5EF4-FFF2-40B4-BE49-F238E27FC236}">
                <a16:creationId xmlns:a16="http://schemas.microsoft.com/office/drawing/2014/main" id="{0E1FBB23-28B1-2F54-9577-7A57B0F8A45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275388" y="1680965"/>
            <a:ext cx="5627445" cy="4719639"/>
          </a:xfrm>
        </p:spPr>
        <p:txBody>
          <a:bodyPr/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en-US" altLang="zh-TW" dirty="0"/>
              <a:t>Picture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727D81-7262-EEF9-AFB3-780353D0A1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153C38F1-4A9E-EDAB-23F9-35A1C270721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0080D955-D209-BB17-E271-1DC1B59EB9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0975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8C3D9-B311-0EB2-33E0-663B4751BE5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9663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B519F061-4596-EB21-0270-76C3FCEFF683}"/>
              </a:ext>
            </a:extLst>
          </p:cNvPr>
          <p:cNvSpPr txBox="1">
            <a:spLocks/>
          </p:cNvSpPr>
          <p:nvPr userDrawn="1"/>
        </p:nvSpPr>
        <p:spPr>
          <a:xfrm>
            <a:off x="289167" y="966067"/>
            <a:ext cx="58068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1400" dirty="0"/>
          </a:p>
        </p:txBody>
      </p:sp>
      <p:sp>
        <p:nvSpPr>
          <p:cNvPr id="6" name="圖片版面配置區 2">
            <a:extLst>
              <a:ext uri="{FF2B5EF4-FFF2-40B4-BE49-F238E27FC236}">
                <a16:creationId xmlns:a16="http://schemas.microsoft.com/office/drawing/2014/main" id="{0E1FBB23-28B1-2F54-9577-7A57B0F8A45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07988" y="1659600"/>
            <a:ext cx="3670327" cy="3017931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675C424D-0719-BDBB-F986-75CFF56A734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751922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7" name="圖片版面配置區 2">
            <a:extLst>
              <a:ext uri="{FF2B5EF4-FFF2-40B4-BE49-F238E27FC236}">
                <a16:creationId xmlns:a16="http://schemas.microsoft.com/office/drawing/2014/main" id="{9078C45B-F3FD-A5AC-A08E-5066A0E927C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320247" y="1659600"/>
            <a:ext cx="3670327" cy="3017931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33AE6CB0-2800-2D19-3C74-0A0F7B1FC6B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664181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14" name="圖片版面配置區 2">
            <a:extLst>
              <a:ext uri="{FF2B5EF4-FFF2-40B4-BE49-F238E27FC236}">
                <a16:creationId xmlns:a16="http://schemas.microsoft.com/office/drawing/2014/main" id="{716B3FF7-8A5F-B740-656C-74A24A4B55D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232506" y="1659600"/>
            <a:ext cx="3670327" cy="301793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CB1BCE7-64C7-AD1A-C226-6AE90C8FD2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C85DA22-5D80-DC1E-95AC-50F478CF4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406" y="500400"/>
            <a:ext cx="8087189" cy="539302"/>
          </a:xfrm>
        </p:spPr>
        <p:txBody>
          <a:bodyPr>
            <a:normAutofit/>
          </a:bodyPr>
          <a:lstStyle>
            <a:lvl1pPr algn="ctr"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2176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A565362-6C11-F240-2C49-BA3BAFB247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2266" y="6434457"/>
            <a:ext cx="1310450" cy="210263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13859BC3-FF3E-F177-B301-2BB3569158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406" y="500400"/>
            <a:ext cx="8087189" cy="539302"/>
          </a:xfrm>
        </p:spPr>
        <p:txBody>
          <a:bodyPr>
            <a:normAutofit/>
          </a:bodyPr>
          <a:lstStyle>
            <a:lvl1pPr algn="ctr">
              <a:defRPr sz="3200" b="0">
                <a:solidFill>
                  <a:schemeClr val="tx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7590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14319CE-4662-4709-27C1-83C053932C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0773" y="6445605"/>
            <a:ext cx="1310450" cy="21026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DCA810D-FB0E-B8EF-0769-681F1DB1357C}"/>
              </a:ext>
            </a:extLst>
          </p:cNvPr>
          <p:cNvSpPr txBox="1"/>
          <p:nvPr userDrawn="1"/>
        </p:nvSpPr>
        <p:spPr>
          <a:xfrm>
            <a:off x="0" y="347116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5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Thank You</a:t>
            </a:r>
            <a:endParaRPr kumimoji="1" lang="zh-TW" altLang="en-US" sz="5400" b="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58408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11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030F66D-E709-419F-4F8A-1B0D55F141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10329" y="6350001"/>
            <a:ext cx="1460698" cy="234371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99F217CB-D31E-F8CB-6E00-B296E7C55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80" y="2301945"/>
            <a:ext cx="7040636" cy="1553620"/>
          </a:xfrm>
        </p:spPr>
        <p:txBody>
          <a:bodyPr>
            <a:noAutofit/>
          </a:bodyPr>
          <a:lstStyle>
            <a:lvl1pPr algn="ctr">
              <a:defRPr sz="54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Master title</a:t>
            </a:r>
            <a:br>
              <a:rPr kumimoji="1" lang="en-US" altLang="zh-TW" dirty="0"/>
            </a:br>
            <a:r>
              <a:rPr kumimoji="1" lang="en-US" altLang="zh-TW" dirty="0"/>
              <a:t>goes here in 54 pts</a:t>
            </a:r>
            <a:endParaRPr kumimoji="1" lang="zh-TW" altLang="en-US" dirty="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F82F9F4E-F393-3489-4A8B-8586D9E691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3235" y="4109210"/>
            <a:ext cx="2006353" cy="285237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TW" dirty="0"/>
              <a:t>MM.YYYY in 16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515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3BE22D2-37CB-ECAB-761A-49C5A0A6F9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B84530D-BB53-E64E-3106-F3159FD5CC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51649" y="1937205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01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C55A9AB-ACB0-DBA7-C9B2-8D544D89FC7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4515" y="2755024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02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75D28D40-33B5-C487-51CA-9BF3BBDD311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646081" y="3572843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03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6A3CDCA4-F5D3-D74B-365C-4BA25EA66AA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54917" y="4390662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04</a:t>
            </a:r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7B23CC0B-6D0E-938B-73D3-887C44DAE4B7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826485" y="5208479"/>
            <a:ext cx="624682" cy="61000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8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05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218FDF40-FA36-7C11-E894-F98A8DF3290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105267" y="2011795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FBE4863B-070C-015A-F0BB-48A9ECCEC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721" y="350340"/>
            <a:ext cx="6458674" cy="919919"/>
          </a:xfrm>
        </p:spPr>
        <p:txBody>
          <a:bodyPr>
            <a:no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Table of content in 40 pts</a:t>
            </a:r>
            <a:endParaRPr kumimoji="1" lang="zh-TW" altLang="en-US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3645DF71-FE8A-39C6-75ED-DE8594584D5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635475" y="2829614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06CA32E-E308-90ED-B6B0-F078B38B5D50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208816" y="3647433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A1D7935-E9FE-6487-9B9B-DF388C5E397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5799409" y="4465252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7B95C193-9868-22DD-7D82-3800ED86AB25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375620" y="5283071"/>
            <a:ext cx="5203902" cy="37899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zh-TW" dirty="0"/>
              <a:t>Subtitle text goes here in 28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7757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310FD6A-3185-7C2A-AE12-D1F22A9A48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17" name="標題 1">
            <a:extLst>
              <a:ext uri="{FF2B5EF4-FFF2-40B4-BE49-F238E27FC236}">
                <a16:creationId xmlns:a16="http://schemas.microsoft.com/office/drawing/2014/main" id="{023AFAE9-B102-0F56-068B-41B2949679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5351" y="158786"/>
            <a:ext cx="7601298" cy="919919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Table of content in 40 pts</a:t>
            </a:r>
            <a:endParaRPr kumimoji="1" lang="zh-TW" altLang="en-US" dirty="0"/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970C5FB0-2067-5A89-3C62-96CE932969E1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1373919" y="2429933"/>
            <a:ext cx="4137882" cy="406582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01  Subtitle text goes here in 18 pts</a:t>
            </a:r>
            <a:endParaRPr kumimoji="1" lang="zh-TW" altLang="en-US" dirty="0"/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5F2124BB-6418-9CE7-52C4-D6F927AD2101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1373919" y="3022514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02  Subtitle text goes here in 18 pts</a:t>
            </a:r>
            <a:endParaRPr kumimoji="1" lang="zh-TW" altLang="en-US" dirty="0"/>
          </a:p>
        </p:txBody>
      </p: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F19DD641-FEE1-0789-7163-CD97576A5650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1373919" y="4170370"/>
            <a:ext cx="4095549" cy="435494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04  Subtitle text goes here in 18 pts</a:t>
            </a:r>
            <a:endParaRPr kumimoji="1" lang="zh-TW" altLang="en-US" dirty="0"/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0906C5F9-0E39-D124-BD92-DD5520720207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373919" y="4771835"/>
            <a:ext cx="4104015" cy="40976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05  Subtitle text goes here in 18 pts</a:t>
            </a:r>
            <a:endParaRPr kumimoji="1" lang="zh-TW" altLang="en-US" dirty="0"/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5E02D198-4DA3-BD52-D2B1-EF32E56BE74B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1373919" y="3594306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03  Subtitle text goes here in 18 pts</a:t>
            </a:r>
            <a:endParaRPr kumimoji="1" lang="zh-TW" altLang="en-US" dirty="0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1F5B6C4C-7197-816D-A61B-C664DA8FF7C4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7069749" y="2429933"/>
            <a:ext cx="4137882" cy="406582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01  Subtitle text goes here in 18 pts</a:t>
            </a:r>
            <a:endParaRPr kumimoji="1" lang="zh-TW" altLang="en-US" dirty="0"/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7479983F-8C45-EE22-EC96-B0FFD2F90152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7069749" y="3022514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02  Subtitle text goes here in 18 pts</a:t>
            </a:r>
            <a:endParaRPr kumimoji="1" lang="zh-TW" altLang="en-US" dirty="0"/>
          </a:p>
        </p:txBody>
      </p:sp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DFC618CD-3AB2-2B41-BF7D-259936B9EAEC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069749" y="4170370"/>
            <a:ext cx="4095549" cy="435494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04  Subtitle text goes here in 18 pts</a:t>
            </a:r>
            <a:endParaRPr kumimoji="1" lang="zh-TW" altLang="en-US" dirty="0"/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CDCD15E9-C96D-2712-7730-D22D22CAC363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7069749" y="4771835"/>
            <a:ext cx="4104015" cy="409765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05  Subtitle text goes here in 18 pts</a:t>
            </a:r>
            <a:endParaRPr kumimoji="1" lang="zh-TW" altLang="en-US" dirty="0"/>
          </a:p>
        </p:txBody>
      </p:sp>
      <p:sp>
        <p:nvSpPr>
          <p:cNvPr id="27" name="內容版面配置區 2">
            <a:extLst>
              <a:ext uri="{FF2B5EF4-FFF2-40B4-BE49-F238E27FC236}">
                <a16:creationId xmlns:a16="http://schemas.microsoft.com/office/drawing/2014/main" id="{FB7D903C-E859-4811-B399-00491DF5E8A2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7069749" y="3594306"/>
            <a:ext cx="4129415" cy="406483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TW" dirty="0"/>
              <a:t>03  Subtitle text goes here in 18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8787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D60AE0-5E1D-8800-0E28-FFD00CD56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729" y="2940141"/>
            <a:ext cx="6177093" cy="196801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en-US" altLang="zh-TW" sz="4400" dirty="0">
                <a:solidFill>
                  <a:schemeClr val="bg1"/>
                </a:solidFill>
                <a:latin typeface="+mj-lt"/>
              </a:rPr>
              <a:t>Master title </a:t>
            </a:r>
            <a:br>
              <a:rPr kumimoji="1" lang="en-US" altLang="zh-TW" sz="4400" dirty="0">
                <a:solidFill>
                  <a:schemeClr val="bg1"/>
                </a:solidFill>
                <a:latin typeface="+mj-lt"/>
              </a:rPr>
            </a:br>
            <a:r>
              <a:rPr kumimoji="1" lang="en-US" altLang="zh-TW" sz="4400" dirty="0">
                <a:solidFill>
                  <a:schemeClr val="bg1"/>
                </a:solidFill>
                <a:latin typeface="+mj-lt"/>
              </a:rPr>
              <a:t>goes here in 44 pts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7CF5908-1B7D-B049-9E1B-B2D961A261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1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2AE5D48-B822-1375-5FB9-76F1329A32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2A31188F-31D1-20C4-8F5D-E30AB2C6C9C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89164" y="1688400"/>
            <a:ext cx="8321435" cy="43513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sentence case 14 pts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A7CC607B-0855-B799-C575-36CE04FE435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9334746E-5F36-EB05-744F-8A272A102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475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CE8B3D4-C86F-BBC3-89E1-D73FFA7790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DF30F08-545B-C431-DE01-9154D15E0151}"/>
              </a:ext>
            </a:extLst>
          </p:cNvPr>
          <p:cNvSpPr txBox="1">
            <a:spLocks/>
          </p:cNvSpPr>
          <p:nvPr userDrawn="1"/>
        </p:nvSpPr>
        <p:spPr>
          <a:xfrm>
            <a:off x="289167" y="9660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4BBB316-4CF5-7A42-CE55-64AE74C7995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D8692288-9E9D-3666-482D-7E0D7368C4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4732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19E3D53-B74E-3F87-9096-65B844C40D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A4AF423A-9560-B041-4458-72264C9AA0A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89164" y="1680965"/>
            <a:ext cx="5477455" cy="47196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sentence case 14 pts</a:t>
            </a:r>
          </a:p>
        </p:txBody>
      </p:sp>
      <p:sp>
        <p:nvSpPr>
          <p:cNvPr id="6" name="圖片版面配置區 2">
            <a:extLst>
              <a:ext uri="{FF2B5EF4-FFF2-40B4-BE49-F238E27FC236}">
                <a16:creationId xmlns:a16="http://schemas.microsoft.com/office/drawing/2014/main" id="{B9413BDB-F6AC-EDC8-ABD6-97E55D0CA78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275388" y="1680965"/>
            <a:ext cx="5627445" cy="4719639"/>
          </a:xfrm>
        </p:spPr>
        <p:txBody>
          <a:bodyPr/>
          <a:lstStyle>
            <a:lvl1pPr marL="0" indent="0">
              <a:buNone/>
              <a:defRPr sz="3200" b="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en-US" altLang="zh-TW" dirty="0"/>
              <a:t>Picture</a:t>
            </a:r>
            <a:endParaRPr kumimoji="1"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1EF43EE3-48F9-F2EF-B233-486E0A8D62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289164" y="1065600"/>
            <a:ext cx="5200222" cy="338138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Subtitle text goes here sentence case 18 pts</a:t>
            </a:r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47736AA5-7212-1FA9-2DF2-89B427D12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67" y="500400"/>
            <a:ext cx="8087189" cy="539302"/>
          </a:xfrm>
        </p:spPr>
        <p:txBody>
          <a:bodyPr>
            <a:norm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9328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  <p15:guide id="5" pos="23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252CDB6B-5232-B3AA-CFFE-F0D4B2FE5F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677EB69A-C577-B494-F859-6ADC247DAD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9663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46C8C9D7-A628-63AC-272D-5CC25DC532DF}"/>
              </a:ext>
            </a:extLst>
          </p:cNvPr>
          <p:cNvSpPr txBox="1">
            <a:spLocks/>
          </p:cNvSpPr>
          <p:nvPr userDrawn="1"/>
        </p:nvSpPr>
        <p:spPr>
          <a:xfrm>
            <a:off x="289167" y="966067"/>
            <a:ext cx="58068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圖片版面配置區 2">
            <a:extLst>
              <a:ext uri="{FF2B5EF4-FFF2-40B4-BE49-F238E27FC236}">
                <a16:creationId xmlns:a16="http://schemas.microsoft.com/office/drawing/2014/main" id="{73309F9C-94A8-8450-14F6-74AA22F2919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07988" y="1659600"/>
            <a:ext cx="3670327" cy="3017931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6C46E46-9EF3-1ABF-7C87-53C17907741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751922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12" name="圖片版面配置區 2">
            <a:extLst>
              <a:ext uri="{FF2B5EF4-FFF2-40B4-BE49-F238E27FC236}">
                <a16:creationId xmlns:a16="http://schemas.microsoft.com/office/drawing/2014/main" id="{A2839C86-C58E-DA2B-1217-D9FF3E1C7C7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320247" y="1659600"/>
            <a:ext cx="3670327" cy="3017931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66BCF772-7812-F8DE-5D07-AC08A41E810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664181" y="4921200"/>
            <a:ext cx="2762526" cy="246221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tx1"/>
                </a:solidFill>
                <a:latin typeface="+mn-lt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zh-TW" dirty="0"/>
              <a:t>Body text goes here in 12 pts</a:t>
            </a:r>
            <a:endParaRPr kumimoji="1" lang="zh-TW" altLang="en-US" dirty="0"/>
          </a:p>
        </p:txBody>
      </p:sp>
      <p:sp>
        <p:nvSpPr>
          <p:cNvPr id="16" name="圖片版面配置區 2">
            <a:extLst>
              <a:ext uri="{FF2B5EF4-FFF2-40B4-BE49-F238E27FC236}">
                <a16:creationId xmlns:a16="http://schemas.microsoft.com/office/drawing/2014/main" id="{38C901DB-F9B3-5653-E6E8-66334A0F162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232506" y="1659600"/>
            <a:ext cx="3670327" cy="301793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dirty="0"/>
              <a:t>Picture</a:t>
            </a:r>
            <a:endParaRPr kumimoji="1" lang="zh-TW" altLang="en-US" dirty="0"/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43DE9539-B8EB-6918-ED7E-E9A5CCF4D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406" y="500400"/>
            <a:ext cx="8087189" cy="539302"/>
          </a:xfrm>
        </p:spPr>
        <p:txBody>
          <a:bodyPr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976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9365ECA-787D-DBB4-AE7E-5E4E9EE0C2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7186" y="6358467"/>
            <a:ext cx="1270928" cy="203922"/>
          </a:xfrm>
          <a:prstGeom prst="rect">
            <a:avLst/>
          </a:prstGeom>
        </p:spPr>
      </p:pic>
      <p:sp>
        <p:nvSpPr>
          <p:cNvPr id="17" name="標題 1">
            <a:extLst>
              <a:ext uri="{FF2B5EF4-FFF2-40B4-BE49-F238E27FC236}">
                <a16:creationId xmlns:a16="http://schemas.microsoft.com/office/drawing/2014/main" id="{2EF574ED-7418-EC2E-D8EC-43A93A20B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406" y="500400"/>
            <a:ext cx="8087189" cy="539302"/>
          </a:xfrm>
        </p:spPr>
        <p:txBody>
          <a:bodyPr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kumimoji="1" lang="en-US" altLang="zh-TW" dirty="0"/>
              <a:t>Title Here in 32 pts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8249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5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A8A707B3-B18F-A8AF-FFCE-13D3C6893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9064" y="6448875"/>
            <a:ext cx="1213869" cy="19476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0090582-9308-F301-ABF7-B8199330FF55}"/>
              </a:ext>
            </a:extLst>
          </p:cNvPr>
          <p:cNvSpPr txBox="1"/>
          <p:nvPr userDrawn="1"/>
        </p:nvSpPr>
        <p:spPr>
          <a:xfrm>
            <a:off x="0" y="347116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5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  <a:endParaRPr kumimoji="1" lang="zh-TW" altLang="en-US" sz="5400" b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35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11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A68D141-6FB3-C14D-909A-1FD93037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E74860-9090-3CC7-A9EF-54C895D5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163479C2-8FD4-9911-656F-70242202AED2}"/>
              </a:ext>
            </a:extLst>
          </p:cNvPr>
          <p:cNvSpPr txBox="1">
            <a:spLocks/>
          </p:cNvSpPr>
          <p:nvPr userDrawn="1"/>
        </p:nvSpPr>
        <p:spPr>
          <a:xfrm>
            <a:off x="9145743" y="641697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A79470-A3CB-AF40-9AD8-B894099B80EC}" type="slidenum">
              <a:rPr kumimoji="1" lang="zh-TW" altLang="en-US" sz="10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kumimoji="1" lang="zh-TW" altLang="en-US" sz="1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801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3" r:id="rId2"/>
    <p:sldLayoutId id="2147483651" r:id="rId3"/>
    <p:sldLayoutId id="2147483665" r:id="rId4"/>
    <p:sldLayoutId id="2147483652" r:id="rId5"/>
    <p:sldLayoutId id="2147483671" r:id="rId6"/>
    <p:sldLayoutId id="2147483673" r:id="rId7"/>
    <p:sldLayoutId id="2147483675" r:id="rId8"/>
    <p:sldLayoutId id="2147483678" r:id="rId9"/>
    <p:sldLayoutId id="214748364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A68D141-6FB3-C14D-909A-1FD93037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E74860-9090-3CC7-A9EF-54C895D5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8" name="投影片編號版面配置區 3">
            <a:extLst>
              <a:ext uri="{FF2B5EF4-FFF2-40B4-BE49-F238E27FC236}">
                <a16:creationId xmlns:a16="http://schemas.microsoft.com/office/drawing/2014/main" id="{163479C2-8FD4-9911-656F-70242202AED2}"/>
              </a:ext>
            </a:extLst>
          </p:cNvPr>
          <p:cNvSpPr txBox="1">
            <a:spLocks/>
          </p:cNvSpPr>
          <p:nvPr userDrawn="1"/>
        </p:nvSpPr>
        <p:spPr>
          <a:xfrm>
            <a:off x="9145743" y="641697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A79470-A3CB-AF40-9AD8-B894099B80EC}" type="slidenum">
              <a:rPr kumimoji="1" lang="zh-TW" altLang="en-US" sz="10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kumimoji="1" lang="zh-TW" altLang="en-US" sz="1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2846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7" r:id="rId2"/>
    <p:sldLayoutId id="2147483696" r:id="rId3"/>
    <p:sldLayoutId id="2147483698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178F3C3-683E-D9DD-2940-F5F6CABEF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150E8A9-B0CC-C2DC-D7A8-82A0B266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947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9E87BCF6-6479-722D-CBC2-F2F25DADB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94CF52-BD9A-9540-5F24-D7D173182DD2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128F67-A71C-62CA-354C-CD57EC229BDA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3092DF-E5F4-0D9C-5DD7-20833DA0EA08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08BE5BF0-5CDF-ACA0-5CD9-A94D063D4C50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B21CCA7-781B-0417-64A6-66446C316031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D0884FE7-0394-80B4-E483-F0C8A6BC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1F3A4A5E-05E8-2CC0-F4F3-A968C3D428BF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9FAF05A7-6FBE-2E75-A622-EEA203CF09CF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EAB8132B-6DCA-21EB-DC08-0125C95DF256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01FED967-B1FD-CB17-07AB-E2292E098040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012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1461E5-4C01-7310-F749-0F672702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0A385A-7F89-7584-8003-01A148767185}"/>
              </a:ext>
            </a:extLst>
          </p:cNvPr>
          <p:cNvSpPr>
            <a:spLocks noGrp="1"/>
          </p:cNvSpPr>
          <p:nvPr>
            <p:ph idx="25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0D5531-2165-91BE-6724-26D6076AD9DD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05E33C-CC88-619F-1ED6-5A05C85DE96D}"/>
              </a:ext>
            </a:extLst>
          </p:cNvPr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88101CF-AE9F-2D8E-623C-16F8C0C6F957}"/>
              </a:ext>
            </a:extLst>
          </p:cNvPr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4AB0D20-DC73-1738-C6E0-4E689D0EF008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43755070-097C-99DA-0705-A1180C1DB6AD}"/>
              </a:ext>
            </a:extLst>
          </p:cNvPr>
          <p:cNvSpPr>
            <a:spLocks noGrp="1"/>
          </p:cNvSpPr>
          <p:nvPr>
            <p:ph idx="3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75AF4411-C177-1CF0-657F-DD332882C598}"/>
              </a:ext>
            </a:extLst>
          </p:cNvPr>
          <p:cNvSpPr>
            <a:spLocks noGrp="1"/>
          </p:cNvSpPr>
          <p:nvPr>
            <p:ph idx="32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D76A7E36-AEB4-57D5-7F4E-CCD0F91A38EF}"/>
              </a:ext>
            </a:extLst>
          </p:cNvPr>
          <p:cNvSpPr>
            <a:spLocks noGrp="1"/>
          </p:cNvSpPr>
          <p:nvPr>
            <p:ph idx="33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4C0A9813-D6A7-12FF-44C4-52436D1DE428}"/>
              </a:ext>
            </a:extLst>
          </p:cNvPr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DC3D8855-9C35-0555-8EAD-986569B14DF5}"/>
              </a:ext>
            </a:extLst>
          </p:cNvPr>
          <p:cNvSpPr>
            <a:spLocks noGrp="1"/>
          </p:cNvSpPr>
          <p:nvPr>
            <p:ph idx="35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134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E88E1E-CDC7-F59C-4580-DC803B30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5839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5E95C9B-66C4-A067-6A1E-C57AF767AB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6822CA-BAB6-DC2A-B8CB-C1735A0E826A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85100F5-B4BF-5E59-B1B2-E1C2E5E2C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572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B9863F-9798-2474-AF81-36D02F234789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976655B-EC0F-48FC-9EEA-66651B50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9318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F7B9D32-9C80-801C-EA76-A1FDF703DE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94ADBAE-3CB4-527A-B9AD-144BDBB5B47A}"/>
              </a:ext>
            </a:extLst>
          </p:cNvPr>
          <p:cNvSpPr>
            <a:spLocks noGrp="1"/>
          </p:cNvSpPr>
          <p:nvPr>
            <p:ph type="pic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92D89B7-FC7B-EADF-225F-EF67ED24FB93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33CAE164-49B5-DD8B-44C5-F899097B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06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1F8E31B-89B2-0DCD-FD1F-74AD97EE09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FDECDB8-E977-FC89-E4F6-999A4D65E2CD}"/>
              </a:ext>
            </a:extLst>
          </p:cNvPr>
          <p:cNvSpPr>
            <a:spLocks noGrp="1"/>
          </p:cNvSpPr>
          <p:nvPr>
            <p:ph type="pic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E8E014-3FBB-2110-F787-43965BCC7642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8DF0BC2C-8D38-1A1C-0543-6A7985D3E26C}"/>
              </a:ext>
            </a:extLst>
          </p:cNvPr>
          <p:cNvSpPr>
            <a:spLocks noGrp="1"/>
          </p:cNvSpPr>
          <p:nvPr>
            <p:ph type="pic" idx="1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BE8684-996A-2003-51ED-F21CAC96247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圖片版面配置區 6">
            <a:extLst>
              <a:ext uri="{FF2B5EF4-FFF2-40B4-BE49-F238E27FC236}">
                <a16:creationId xmlns:a16="http://schemas.microsoft.com/office/drawing/2014/main" id="{6151F772-3E95-B3A5-79C3-C4A9C27C295D}"/>
              </a:ext>
            </a:extLst>
          </p:cNvPr>
          <p:cNvSpPr>
            <a:spLocks noGrp="1"/>
          </p:cNvSpPr>
          <p:nvPr>
            <p:ph type="pic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935DA97C-F445-5743-DB6B-22538A8D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7422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1ADC5819-D2B9-6EA3-47AF-67A0F737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934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91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4F9E2C-4301-0CC6-78C6-9D4FF5F439F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89164" y="1065599"/>
            <a:ext cx="6420108" cy="410661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1. </a:t>
            </a:r>
            <a:r>
              <a:rPr lang="zh-TW" altLang="en-US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字型選用</a:t>
            </a:r>
            <a:endParaRPr lang="en-US" altLang="zh-TW" dirty="0">
              <a:solidFill>
                <a:srgbClr val="717073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1600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中文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: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微軟正黑體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、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思源黑體</a:t>
            </a:r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1600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英文及數字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: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Segoe UI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、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t>Segoe UI Semibold</a:t>
            </a:r>
          </a:p>
          <a:p>
            <a:pPr>
              <a:lnSpc>
                <a:spcPct val="110000"/>
              </a:lnSpc>
            </a:pPr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2. </a:t>
            </a:r>
            <a:r>
              <a:rPr lang="zh-TW" altLang="en-US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字級大小 </a:t>
            </a:r>
            <a:endParaRPr lang="en-US" altLang="zh-TW" dirty="0">
              <a:solidFill>
                <a:srgbClr val="717073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16000">
              <a:lnSpc>
                <a:spcPct val="110000"/>
              </a:lnSpc>
            </a:pP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請依各頁之設定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(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標題或內文可視文字量微調字級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)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。</a:t>
            </a:r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10000"/>
              </a:lnSpc>
            </a:pPr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3.</a:t>
            </a:r>
            <a:r>
              <a:rPr lang="zh-TW" altLang="en-US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顏色選用 </a:t>
            </a:r>
            <a:r>
              <a:rPr lang="en-US" altLang="zh-TW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/ </a:t>
            </a:r>
            <a:r>
              <a:rPr lang="zh-TW" altLang="en-US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色盤選取</a:t>
            </a:r>
            <a:r>
              <a:rPr lang="en-US" altLang="zh-TW" sz="1400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(</a:t>
            </a:r>
            <a:r>
              <a:rPr lang="zh-TW" altLang="en-US" sz="1400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圖</a:t>
            </a:r>
            <a:r>
              <a:rPr lang="en-US" altLang="zh-TW" sz="1400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1)</a:t>
            </a:r>
          </a:p>
          <a:p>
            <a:pPr marL="216000">
              <a:lnSpc>
                <a:spcPct val="110000"/>
              </a:lnSpc>
            </a:pP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主標題用色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: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R/0, G/0, B/0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、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zh-TW" sz="1700" dirty="0">
                <a:solidFill>
                  <a:srgbClr val="D90012"/>
                </a:solidFill>
              </a:rPr>
              <a:t>R/217, G/0, B/18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。</a:t>
            </a:r>
            <a:endParaRPr lang="en-US" altLang="zh-TW" sz="1700" dirty="0">
              <a:solidFill>
                <a:srgbClr val="D90012"/>
              </a:solidFill>
            </a:endParaRPr>
          </a:p>
          <a:p>
            <a:pPr marL="216000">
              <a:lnSpc>
                <a:spcPct val="110000"/>
              </a:lnSpc>
            </a:pP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次標題用色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: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R/0, G/0, B/0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、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zh-TW" sz="1700" dirty="0">
                <a:solidFill>
                  <a:srgbClr val="D90012"/>
                </a:solidFill>
              </a:rPr>
              <a:t>R/217, G/0, B/18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。</a:t>
            </a:r>
            <a:endParaRPr lang="en-US" altLang="zh-TW" sz="1700" dirty="0">
              <a:solidFill>
                <a:srgbClr val="D90012"/>
              </a:solidFill>
            </a:endParaRPr>
          </a:p>
          <a:p>
            <a:pPr marL="216000">
              <a:lnSpc>
                <a:spcPct val="110000"/>
              </a:lnSpc>
            </a:pP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內文用色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: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R/0, G/0, B/0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、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zh-TW" sz="1700" dirty="0">
                <a:solidFill>
                  <a:srgbClr val="717073"/>
                </a:solidFill>
              </a:rPr>
              <a:t>R/113, G/112, B/115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。</a:t>
            </a:r>
            <a:endParaRPr lang="en-US" altLang="zh-TW" sz="1700" dirty="0">
              <a:solidFill>
                <a:srgbClr val="717073"/>
              </a:solidFill>
              <a:latin typeface="+mj-ea"/>
              <a:ea typeface="+mj-ea"/>
            </a:endParaRPr>
          </a:p>
          <a:p>
            <a:pPr marL="216000">
              <a:lnSpc>
                <a:spcPct val="110000"/>
              </a:lnSpc>
            </a:pP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*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簡報顏色請使用標準紅、黑灰色系、反白以維持色調統一。</a:t>
            </a:r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BB534AE-AACD-9D3E-BA80-F1F273E2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D900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編輯注意事項</a:t>
            </a: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3CF3219-8D46-E589-BD2C-C2A63DAD5C47}"/>
              </a:ext>
            </a:extLst>
          </p:cNvPr>
          <p:cNvGrpSpPr/>
          <p:nvPr/>
        </p:nvGrpSpPr>
        <p:grpSpPr>
          <a:xfrm>
            <a:off x="7457245" y="2845871"/>
            <a:ext cx="2521257" cy="3244213"/>
            <a:chOff x="6391924" y="3280876"/>
            <a:chExt cx="2521257" cy="3244213"/>
          </a:xfrm>
        </p:grpSpPr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FB92B4EB-7B25-A714-9EDD-396FAE9F11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07" r="-1" b="1544"/>
            <a:stretch/>
          </p:blipFill>
          <p:spPr>
            <a:xfrm>
              <a:off x="6391924" y="3589377"/>
              <a:ext cx="2503450" cy="2935712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746F430-21A5-2AC3-A197-891B6737E769}"/>
                </a:ext>
              </a:extLst>
            </p:cNvPr>
            <p:cNvSpPr/>
            <p:nvPr/>
          </p:nvSpPr>
          <p:spPr>
            <a:xfrm>
              <a:off x="8487569" y="3280876"/>
              <a:ext cx="424565" cy="222858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r>
                <a:rPr lang="en-US" altLang="zh-TW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zh-TW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圖</a:t>
              </a:r>
              <a:r>
                <a:rPr lang="en-US" altLang="zh-TW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rPr>
                <a:t>1)</a:t>
              </a:r>
              <a:endParaRPr lang="en-US" altLang="zh-TW" sz="1200" dirty="0">
                <a:latin typeface="+mj-ea"/>
                <a:ea typeface="+mj-ea"/>
              </a:endParaRPr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4C9CC80E-6036-C48E-B35F-0CC33E4F90DA}"/>
                </a:ext>
              </a:extLst>
            </p:cNvPr>
            <p:cNvSpPr/>
            <p:nvPr/>
          </p:nvSpPr>
          <p:spPr>
            <a:xfrm>
              <a:off x="6393291" y="4943686"/>
              <a:ext cx="2519890" cy="373172"/>
            </a:xfrm>
            <a:prstGeom prst="roundRect">
              <a:avLst/>
            </a:prstGeom>
            <a:noFill/>
            <a:ln w="38100">
              <a:solidFill>
                <a:srgbClr val="D90012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lIns="0" tIns="0" rIns="0" bIns="0" rtlCol="0" anchor="ctr"/>
            <a:lstStyle/>
            <a:p>
              <a:pPr algn="l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73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B257C-B1B1-D5F9-A62A-0ADEE1AA7B0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78146" y="1065600"/>
            <a:ext cx="10970076" cy="541258"/>
          </a:xfrm>
        </p:spPr>
        <p:txBody>
          <a:bodyPr/>
          <a:lstStyle/>
          <a:p>
            <a:r>
              <a:rPr lang="en-US" altLang="zh-TW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4.</a:t>
            </a:r>
            <a:r>
              <a:rPr lang="zh-TW" altLang="en-US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複製方法</a:t>
            </a:r>
            <a:endParaRPr lang="en-US" altLang="zh-TW" dirty="0">
              <a:solidFill>
                <a:srgbClr val="717073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16000"/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簡報對簡報直接複製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/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貼上格式會跑掉，請保留來源格式貼上。</a:t>
            </a:r>
          </a:p>
          <a:p>
            <a:pPr marL="216000"/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[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複製後按右鍵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/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貼上選項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: /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保持來源格式設定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(K)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做貼上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] (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圖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1)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；或可直接</a:t>
            </a:r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  <a:p>
            <a:pPr marL="216000"/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使用此份簡報新增投影片做編輯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[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工具列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: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常用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/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新投影片下拉選取 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]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(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圖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2)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。</a:t>
            </a:r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  <a:p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  <a:p>
            <a:r>
              <a:rPr lang="en-US" altLang="zh-TW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5.</a:t>
            </a:r>
            <a:r>
              <a:rPr lang="zh-TW" altLang="en-US" dirty="0">
                <a:solidFill>
                  <a:srgbClr val="717073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版型配色選擇</a:t>
            </a:r>
            <a:endParaRPr lang="en-US" altLang="zh-TW" dirty="0">
              <a:solidFill>
                <a:srgbClr val="717073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16000"/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版型提供兩款配色，可視狀況挑選。</a:t>
            </a:r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  <a:p>
            <a:pPr marL="216000"/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[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工具列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: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常用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/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新投影片下拉選取 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]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(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圖</a:t>
            </a:r>
            <a:r>
              <a:rPr lang="en-US" altLang="zh-TW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2) </a:t>
            </a:r>
            <a:r>
              <a:rPr lang="zh-TW" alt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</a:rPr>
              <a:t>。</a:t>
            </a:r>
            <a:endParaRPr lang="en-US" altLang="zh-TW" sz="170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  <a:p>
            <a:pPr marL="216000"/>
            <a:endParaRPr lang="zh-TW" altLang="en-US" sz="170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</a:endParaRPr>
          </a:p>
          <a:p>
            <a:endParaRPr lang="zh-TW" altLang="en-US" dirty="0"/>
          </a:p>
        </p:txBody>
      </p:sp>
      <p:sp>
        <p:nvSpPr>
          <p:cNvPr id="26" name="標題 25">
            <a:extLst>
              <a:ext uri="{FF2B5EF4-FFF2-40B4-BE49-F238E27FC236}">
                <a16:creationId xmlns:a16="http://schemas.microsoft.com/office/drawing/2014/main" id="{A1D1CDB6-B2D8-CA79-5E1C-0EA2A131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D900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版面沿用方式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C94D65-909B-2B0B-1AF6-9014E827C837}"/>
              </a:ext>
            </a:extLst>
          </p:cNvPr>
          <p:cNvSpPr/>
          <p:nvPr/>
        </p:nvSpPr>
        <p:spPr>
          <a:xfrm>
            <a:off x="11353304" y="1767254"/>
            <a:ext cx="638003" cy="27699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</a:t>
            </a:r>
            <a:r>
              <a:rPr lang="zh-TW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圖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2)</a:t>
            </a:r>
            <a:endParaRPr lang="en-US" altLang="zh-TW" sz="1200" dirty="0">
              <a:latin typeface="+mj-ea"/>
              <a:ea typeface="+mj-ea"/>
            </a:endParaRP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D81FD4D3-D799-6479-98E1-0C6B4BD09583}"/>
              </a:ext>
            </a:extLst>
          </p:cNvPr>
          <p:cNvGrpSpPr/>
          <p:nvPr/>
        </p:nvGrpSpPr>
        <p:grpSpPr>
          <a:xfrm>
            <a:off x="6338664" y="4559262"/>
            <a:ext cx="1839251" cy="2029971"/>
            <a:chOff x="2192785" y="3553060"/>
            <a:chExt cx="2286067" cy="2523116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226F1FAF-89A3-651B-77F8-6EF110CA1F40}"/>
                </a:ext>
              </a:extLst>
            </p:cNvPr>
            <p:cNvGrpSpPr/>
            <p:nvPr/>
          </p:nvGrpSpPr>
          <p:grpSpPr>
            <a:xfrm>
              <a:off x="2192785" y="3553060"/>
              <a:ext cx="2286067" cy="2523116"/>
              <a:chOff x="6001305" y="3641836"/>
              <a:chExt cx="2286067" cy="2523116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1E0E535-DF9A-219D-4DD0-FC79F6B6FB88}"/>
                  </a:ext>
                </a:extLst>
              </p:cNvPr>
              <p:cNvSpPr/>
              <p:nvPr/>
            </p:nvSpPr>
            <p:spPr>
              <a:xfrm>
                <a:off x="7723295" y="3641836"/>
                <a:ext cx="527706" cy="276997"/>
              </a:xfrm>
              <a:prstGeom prst="rect">
                <a:avLst/>
              </a:prstGeom>
            </p:spPr>
            <p:txBody>
              <a:bodyPr wrap="none" lIns="91438" tIns="45719" rIns="91438" bIns="45719">
                <a:spAutoFit/>
              </a:bodyPr>
              <a:lstStyle/>
              <a:p>
                <a:r>
                  <a:rPr lang="en-US" altLang="zh-TW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(</a:t>
                </a:r>
                <a:r>
                  <a:rPr lang="zh-TW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圖</a:t>
                </a:r>
                <a:r>
                  <a:rPr lang="en-US" altLang="zh-TW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1)</a:t>
                </a:r>
                <a:endParaRPr lang="en-US" altLang="zh-TW" sz="1200" dirty="0">
                  <a:latin typeface="+mj-ea"/>
                  <a:ea typeface="+mj-ea"/>
                </a:endParaRPr>
              </a:p>
            </p:txBody>
          </p: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99695D18-603D-BC72-B77E-2CE5A1B684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837"/>
              <a:stretch/>
            </p:blipFill>
            <p:spPr>
              <a:xfrm>
                <a:off x="6001305" y="4031054"/>
                <a:ext cx="2286067" cy="2133898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</p:pic>
        </p:grpSp>
        <p:sp>
          <p:nvSpPr>
            <p:cNvPr id="39" name="矩形: 圓角 38">
              <a:extLst>
                <a:ext uri="{FF2B5EF4-FFF2-40B4-BE49-F238E27FC236}">
                  <a16:creationId xmlns:a16="http://schemas.microsoft.com/office/drawing/2014/main" id="{172ADDFD-2B7A-51DE-D557-1B393E527638}"/>
                </a:ext>
              </a:extLst>
            </p:cNvPr>
            <p:cNvSpPr/>
            <p:nvPr/>
          </p:nvSpPr>
          <p:spPr>
            <a:xfrm>
              <a:off x="3066190" y="4350869"/>
              <a:ext cx="433230" cy="463827"/>
            </a:xfrm>
            <a:prstGeom prst="roundRect">
              <a:avLst/>
            </a:prstGeom>
            <a:noFill/>
            <a:ln w="38100">
              <a:solidFill>
                <a:srgbClr val="D90012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lIns="0" tIns="0" rIns="0" bIns="0" rtlCol="0" anchor="ctr"/>
            <a:lstStyle/>
            <a:p>
              <a:pPr algn="l"/>
              <a:endParaRPr lang="zh-TW" altLang="en-US"/>
            </a:p>
          </p:txBody>
        </p:sp>
      </p:grpSp>
      <p:pic>
        <p:nvPicPr>
          <p:cNvPr id="42" name="圖片 41">
            <a:extLst>
              <a:ext uri="{FF2B5EF4-FFF2-40B4-BE49-F238E27FC236}">
                <a16:creationId xmlns:a16="http://schemas.microsoft.com/office/drawing/2014/main" id="{00B1DFA2-3358-A68A-105D-0458E3F9E6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0" r="4012" b="13400"/>
          <a:stretch/>
        </p:blipFill>
        <p:spPr>
          <a:xfrm>
            <a:off x="8482685" y="2070325"/>
            <a:ext cx="3309755" cy="451705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68885707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Version">
  <a:themeElements>
    <a:clrScheme name="Inventec">
      <a:dk1>
        <a:srgbClr val="000000"/>
      </a:dk1>
      <a:lt1>
        <a:srgbClr val="FFFFFF"/>
      </a:lt1>
      <a:dk2>
        <a:srgbClr val="717073"/>
      </a:dk2>
      <a:lt2>
        <a:srgbClr val="D90012"/>
      </a:lt2>
      <a:accent1>
        <a:srgbClr val="D90012"/>
      </a:accent1>
      <a:accent2>
        <a:srgbClr val="717073"/>
      </a:accent2>
      <a:accent3>
        <a:srgbClr val="B3B3B3"/>
      </a:accent3>
      <a:accent4>
        <a:srgbClr val="171616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訂 1">
      <a:majorFont>
        <a:latin typeface="Segoe UI Semibold"/>
        <a:ea typeface="Microsoft JhengHei"/>
        <a:cs typeface=""/>
      </a:majorFont>
      <a:minorFont>
        <a:latin typeface="Segoe UI Light"/>
        <a:ea typeface="Microsoft JhengHe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ray Version">
  <a:themeElements>
    <a:clrScheme name="自訂 1">
      <a:dk1>
        <a:srgbClr val="171616"/>
      </a:dk1>
      <a:lt1>
        <a:srgbClr val="FFFFFF"/>
      </a:lt1>
      <a:dk2>
        <a:srgbClr val="717073"/>
      </a:dk2>
      <a:lt2>
        <a:srgbClr val="D90012"/>
      </a:lt2>
      <a:accent1>
        <a:srgbClr val="D90012"/>
      </a:accent1>
      <a:accent2>
        <a:srgbClr val="717073"/>
      </a:accent2>
      <a:accent3>
        <a:srgbClr val="B3B3B3"/>
      </a:accent3>
      <a:accent4>
        <a:srgbClr val="171616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訂 2">
      <a:majorFont>
        <a:latin typeface="Segoe UI Semibold"/>
        <a:ea typeface="Noto Sans TC"/>
        <a:cs typeface=""/>
      </a:majorFont>
      <a:minorFont>
        <a:latin typeface="Segoe UI Light"/>
        <a:ea typeface="Noto Sans T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ACBC99BFDB2F747B41B69F0BBC8F4C6" ma:contentTypeVersion="4" ma:contentTypeDescription="建立新的文件。" ma:contentTypeScope="" ma:versionID="14b16d348ce6dc71072d58f3135a8263">
  <xsd:schema xmlns:xsd="http://www.w3.org/2001/XMLSchema" xmlns:xs="http://www.w3.org/2001/XMLSchema" xmlns:p="http://schemas.microsoft.com/office/2006/metadata/properties" xmlns:ns2="407ca059-b77c-406a-bf64-f6659a3f61ad" targetNamespace="http://schemas.microsoft.com/office/2006/metadata/properties" ma:root="true" ma:fieldsID="5e353d2e61bb0c4c7f80350a6bd57fb4" ns2:_="">
    <xsd:import namespace="407ca059-b77c-406a-bf64-f6659a3f61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ca059-b77c-406a-bf64-f6659a3f61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B88E3F-5DF8-4BED-BC0D-E419444FCC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7ca059-b77c-406a-bf64-f6659a3f61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89C012-CE31-4DA2-9899-1C6D64ACF5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C08F6E-39E6-45C1-AEA3-B60F1C14DF09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854723a9-21f9-45b4-8e9c-f2e1bab2148f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7a4a4cb9-e032-482b-8ba7-637b57b0d2d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25413</TotalTime>
  <Words>300</Words>
  <Application>Microsoft Office PowerPoint</Application>
  <PresentationFormat>寬螢幕</PresentationFormat>
  <Paragraphs>25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Noto Sans TC</vt:lpstr>
      <vt:lpstr>Arial</vt:lpstr>
      <vt:lpstr>Calibri</vt:lpstr>
      <vt:lpstr>Segoe UI</vt:lpstr>
      <vt:lpstr>Segoe UI Light</vt:lpstr>
      <vt:lpstr>Segoe UI Semibold</vt:lpstr>
      <vt:lpstr>Wingdings</vt:lpstr>
      <vt:lpstr>White Version</vt:lpstr>
      <vt:lpstr>Gray Version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編輯注意事項</vt:lpstr>
      <vt:lpstr>版面沿用方式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浴淳 林</dc:creator>
  <cp:lastModifiedBy>Liao.Katy 廖苡希 IEC1</cp:lastModifiedBy>
  <cp:revision>92</cp:revision>
  <dcterms:created xsi:type="dcterms:W3CDTF">2023-10-11T06:49:16Z</dcterms:created>
  <dcterms:modified xsi:type="dcterms:W3CDTF">2024-08-08T07:06:15Z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287049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S10.0.0</vt:lpwstr>
  </property>
  <property fmtid="{D5CDD505-2E9C-101B-9397-08002B2CF9AE}" pid="5" name="ContentTypeId">
    <vt:lpwstr>0x0101008ACBC99BFDB2F747B41B69F0BBC8F4C6</vt:lpwstr>
  </property>
</Properties>
</file>