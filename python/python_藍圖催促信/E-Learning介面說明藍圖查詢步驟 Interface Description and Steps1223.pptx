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82" r:id="rId5"/>
  </p:sldMasterIdLst>
  <p:notesMasterIdLst>
    <p:notesMasterId r:id="rId7"/>
  </p:notesMasterIdLst>
  <p:sldIdLst>
    <p:sldId id="692" r:id="rId6"/>
  </p:sldIdLst>
  <p:sldSz cx="12192000" cy="6858000"/>
  <p:notesSz cx="6797675" cy="98742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2" userDrawn="1">
          <p15:clr>
            <a:srgbClr val="A4A3A4"/>
          </p15:clr>
        </p15:guide>
        <p15:guide id="2" pos="257" userDrawn="1">
          <p15:clr>
            <a:srgbClr val="A4A3A4"/>
          </p15:clr>
        </p15:guide>
        <p15:guide id="3" orient="horz" pos="4133" userDrawn="1">
          <p15:clr>
            <a:srgbClr val="A4A3A4"/>
          </p15:clr>
        </p15:guide>
        <p15:guide id="4" pos="7423" userDrawn="1">
          <p15:clr>
            <a:srgbClr val="A4A3A4"/>
          </p15:clr>
        </p15:guide>
        <p15:guide id="5" pos="1323" userDrawn="1">
          <p15:clr>
            <a:srgbClr val="A4A3A4"/>
          </p15:clr>
        </p15:guide>
        <p15:guide id="6" pos="6357" userDrawn="1">
          <p15:clr>
            <a:srgbClr val="A4A3A4"/>
          </p15:clr>
        </p15:guide>
        <p15:guide id="7" pos="529" userDrawn="1">
          <p15:clr>
            <a:srgbClr val="A4A3A4"/>
          </p15:clr>
        </p15:guide>
        <p15:guide id="8" orient="horz" pos="1094" userDrawn="1">
          <p15:clr>
            <a:srgbClr val="A4A3A4"/>
          </p15:clr>
        </p15:guide>
        <p15:guide id="9" pos="3953" userDrawn="1">
          <p15:clr>
            <a:srgbClr val="A4A3A4"/>
          </p15:clr>
        </p15:guide>
        <p15:guide id="10" pos="3795" userDrawn="1">
          <p15:clr>
            <a:srgbClr val="A4A3A4"/>
          </p15:clr>
        </p15:guide>
        <p15:guide id="11" orient="horz" pos="913" userDrawn="1">
          <p15:clr>
            <a:srgbClr val="A4A3A4"/>
          </p15:clr>
        </p15:guide>
        <p15:guide id="12" pos="1413" userDrawn="1">
          <p15:clr>
            <a:srgbClr val="A4A3A4"/>
          </p15:clr>
        </p15:guide>
        <p15:guide id="13" pos="6267" userDrawn="1">
          <p15:clr>
            <a:srgbClr val="A4A3A4"/>
          </p15:clr>
        </p15:guide>
        <p15:guide id="14" orient="horz" pos="1344" userDrawn="1">
          <p15:clr>
            <a:srgbClr val="A4A3A4"/>
          </p15:clr>
        </p15:guide>
        <p15:guide id="15" orient="horz" pos="4042" userDrawn="1">
          <p15:clr>
            <a:srgbClr val="A4A3A4"/>
          </p15:clr>
        </p15:guide>
        <p15:guide id="16" pos="80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90012"/>
    <a:srgbClr val="0000FF"/>
    <a:srgbClr val="F0F0F0"/>
    <a:srgbClr val="0033CC"/>
    <a:srgbClr val="717073"/>
    <a:srgbClr val="171616"/>
    <a:srgbClr val="D51621"/>
    <a:srgbClr val="8D8888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36" autoAdjust="0"/>
    <p:restoredTop sz="86555" autoAdjust="0"/>
  </p:normalViewPr>
  <p:slideViewPr>
    <p:cSldViewPr snapToGrid="0" showGuides="1">
      <p:cViewPr>
        <p:scale>
          <a:sx n="50" d="100"/>
          <a:sy n="50" d="100"/>
        </p:scale>
        <p:origin x="1468" y="24"/>
      </p:cViewPr>
      <p:guideLst>
        <p:guide orient="horz" pos="572"/>
        <p:guide pos="257"/>
        <p:guide orient="horz" pos="4133"/>
        <p:guide pos="7423"/>
        <p:guide pos="1323"/>
        <p:guide pos="6357"/>
        <p:guide pos="529"/>
        <p:guide orient="horz" pos="1094"/>
        <p:guide pos="3953"/>
        <p:guide pos="3795"/>
        <p:guide orient="horz" pos="913"/>
        <p:guide pos="1413"/>
        <p:guide pos="6267"/>
        <p:guide orient="horz" pos="1344"/>
        <p:guide orient="horz" pos="4042"/>
        <p:guide pos="80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2" d="100"/>
        <a:sy n="62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256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A8360B-7185-A544-8055-6D9BB182237A}" type="datetimeFigureOut">
              <a:rPr kumimoji="1" lang="zh-TW" altLang="en-US" smtClean="0"/>
              <a:t>2024/12/23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007258-19C1-FD41-95BE-3E65E35E363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58950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0A3E966-5BBA-462A-4A11-B9DF31A7EC7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53235" y="4109210"/>
            <a:ext cx="2006353" cy="285237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r>
              <a:rPr kumimoji="1" lang="en-US" altLang="zh-TW" dirty="0"/>
              <a:t>MM.YYYY in 16 pts</a:t>
            </a:r>
            <a:endParaRPr kumimoji="1" lang="zh-TW" alt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B9775C16-826A-003C-25BB-6FE388DDB2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82547" y="2293481"/>
            <a:ext cx="7040636" cy="1553620"/>
          </a:xfrm>
        </p:spPr>
        <p:txBody>
          <a:bodyPr>
            <a:noAutofit/>
          </a:bodyPr>
          <a:lstStyle>
            <a:lvl1pPr algn="ctr">
              <a:defRPr sz="5400" b="0">
                <a:solidFill>
                  <a:schemeClr val="tx1"/>
                </a:solidFill>
              </a:defRPr>
            </a:lvl1pPr>
          </a:lstStyle>
          <a:p>
            <a:r>
              <a:rPr kumimoji="1" lang="en-US" altLang="zh-TW" dirty="0"/>
              <a:t>Master title</a:t>
            </a:r>
            <a:br>
              <a:rPr kumimoji="1" lang="en-US" altLang="zh-TW" dirty="0"/>
            </a:br>
            <a:r>
              <a:rPr kumimoji="1" lang="en-US" altLang="zh-TW" dirty="0"/>
              <a:t>goes here in 54 pts</a:t>
            </a:r>
            <a:endParaRPr kumimoji="1"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8EF78838-4A8B-304E-424C-4BFAD14E0C6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20880" y="6398418"/>
            <a:ext cx="1460718" cy="23437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D037F45-B48F-D7FB-D4F1-07D60E2975DD}"/>
              </a:ext>
            </a:extLst>
          </p:cNvPr>
          <p:cNvSpPr/>
          <p:nvPr userDrawn="1"/>
        </p:nvSpPr>
        <p:spPr>
          <a:xfrm>
            <a:off x="9273875" y="6369340"/>
            <a:ext cx="2344368" cy="351449"/>
          </a:xfrm>
          <a:prstGeom prst="rect">
            <a:avLst/>
          </a:prstGeom>
        </p:spPr>
        <p:txBody>
          <a:bodyPr wrap="square" lIns="104212" tIns="52105" rIns="104212" bIns="52105" anchor="ctr">
            <a:spAutoFit/>
          </a:bodyPr>
          <a:lstStyle>
            <a:defPPr>
              <a:defRPr lang="zh-TW"/>
            </a:defPPr>
            <a:lvl1pPr marL="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Inventec Confidential</a:t>
            </a:r>
          </a:p>
        </p:txBody>
      </p:sp>
    </p:spTree>
    <p:extLst>
      <p:ext uri="{BB962C8B-B14F-4D97-AF65-F5344CB8AC3E}">
        <p14:creationId xmlns:p14="http://schemas.microsoft.com/office/powerpoint/2010/main" val="1477155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6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字版面配置區 2">
            <a:extLst>
              <a:ext uri="{FF2B5EF4-FFF2-40B4-BE49-F238E27FC236}">
                <a16:creationId xmlns:a16="http://schemas.microsoft.com/office/drawing/2014/main" id="{D885D95C-F017-488B-28B6-681E6EC175D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551649" y="1937205"/>
            <a:ext cx="624682" cy="610009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8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TW" dirty="0"/>
              <a:t>01</a:t>
            </a:r>
          </a:p>
        </p:txBody>
      </p:sp>
      <p:sp>
        <p:nvSpPr>
          <p:cNvPr id="32" name="文字版面配置區 2">
            <a:extLst>
              <a:ext uri="{FF2B5EF4-FFF2-40B4-BE49-F238E27FC236}">
                <a16:creationId xmlns:a16="http://schemas.microsoft.com/office/drawing/2014/main" id="{CA20B592-C31A-D5B6-7D4A-7F56DD37D71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4515" y="2755024"/>
            <a:ext cx="624682" cy="610009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8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TW" dirty="0"/>
              <a:t>02</a:t>
            </a:r>
          </a:p>
        </p:txBody>
      </p:sp>
      <p:sp>
        <p:nvSpPr>
          <p:cNvPr id="33" name="文字版面配置區 2">
            <a:extLst>
              <a:ext uri="{FF2B5EF4-FFF2-40B4-BE49-F238E27FC236}">
                <a16:creationId xmlns:a16="http://schemas.microsoft.com/office/drawing/2014/main" id="{1D888358-E612-BC43-86F5-73E0C341034A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646081" y="3572843"/>
            <a:ext cx="624682" cy="610009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8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TW" dirty="0"/>
              <a:t>03</a:t>
            </a:r>
          </a:p>
        </p:txBody>
      </p:sp>
      <p:sp>
        <p:nvSpPr>
          <p:cNvPr id="34" name="文字版面配置區 2">
            <a:extLst>
              <a:ext uri="{FF2B5EF4-FFF2-40B4-BE49-F238E27FC236}">
                <a16:creationId xmlns:a16="http://schemas.microsoft.com/office/drawing/2014/main" id="{EC42EDE9-7F8E-98BF-952A-70814B4EC022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254917" y="4390662"/>
            <a:ext cx="624682" cy="610009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8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TW" dirty="0"/>
              <a:t>04</a:t>
            </a:r>
          </a:p>
        </p:txBody>
      </p:sp>
      <p:sp>
        <p:nvSpPr>
          <p:cNvPr id="35" name="文字版面配置區 2">
            <a:extLst>
              <a:ext uri="{FF2B5EF4-FFF2-40B4-BE49-F238E27FC236}">
                <a16:creationId xmlns:a16="http://schemas.microsoft.com/office/drawing/2014/main" id="{0FFBBA22-E824-964A-D299-FB24EB271C4C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826485" y="5208479"/>
            <a:ext cx="624682" cy="610009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8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TW" dirty="0"/>
              <a:t>05</a:t>
            </a:r>
          </a:p>
        </p:txBody>
      </p:sp>
      <p:sp>
        <p:nvSpPr>
          <p:cNvPr id="38" name="內容版面配置區 2">
            <a:extLst>
              <a:ext uri="{FF2B5EF4-FFF2-40B4-BE49-F238E27FC236}">
                <a16:creationId xmlns:a16="http://schemas.microsoft.com/office/drawing/2014/main" id="{01CF7496-E22B-1EF9-FBFF-80DC624CC7DF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105267" y="2011795"/>
            <a:ext cx="5203902" cy="378990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kumimoji="1" lang="en-US" altLang="zh-TW" dirty="0"/>
              <a:t>Subtitle text goes here in 28 pts</a:t>
            </a:r>
            <a:endParaRPr kumimoji="1" lang="zh-TW" altLang="en-US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4BAE8FBA-1FD7-A46B-BFB8-FA2F6A8D17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721" y="350340"/>
            <a:ext cx="6458674" cy="919919"/>
          </a:xfrm>
        </p:spPr>
        <p:txBody>
          <a:bodyPr>
            <a:noAutofit/>
          </a:bodyPr>
          <a:lstStyle>
            <a:lvl1pPr algn="l">
              <a:defRPr sz="4000" b="0">
                <a:solidFill>
                  <a:schemeClr val="bg1"/>
                </a:solidFill>
              </a:defRPr>
            </a:lvl1pPr>
          </a:lstStyle>
          <a:p>
            <a:r>
              <a:rPr kumimoji="1" lang="en-US" altLang="zh-TW" dirty="0"/>
              <a:t>Table of content in 40 pts</a:t>
            </a:r>
            <a:endParaRPr kumimoji="1" lang="zh-TW" altLang="en-US" dirty="0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BF1E2951-EA03-DD4A-1CAE-C8243F3CBB0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4635475" y="2829614"/>
            <a:ext cx="5203902" cy="378990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kumimoji="1" lang="en-US" altLang="zh-TW" dirty="0"/>
              <a:t>Subtitle text goes here in 28 pts</a:t>
            </a:r>
            <a:endParaRPr kumimoji="1"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561CC4BF-119A-2808-AD1F-D741B627DC01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5208816" y="3647433"/>
            <a:ext cx="5203902" cy="378990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kumimoji="1" lang="en-US" altLang="zh-TW" dirty="0"/>
              <a:t>Subtitle text goes here in 28 pts</a:t>
            </a:r>
            <a:endParaRPr kumimoji="1" lang="zh-TW" altLang="en-US" dirty="0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4B24602A-C266-BEA5-C7F9-38917924723F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5799409" y="4465252"/>
            <a:ext cx="5203902" cy="378990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kumimoji="1" lang="en-US" altLang="zh-TW" dirty="0"/>
              <a:t>Subtitle text goes here in 28 pts</a:t>
            </a:r>
            <a:endParaRPr kumimoji="1" lang="zh-TW" altLang="en-US" dirty="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C4D70BAC-59E3-E435-15CE-1E2542A9C99D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6375620" y="5283071"/>
            <a:ext cx="5203902" cy="378990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kumimoji="1" lang="en-US" altLang="zh-TW" dirty="0"/>
              <a:t>Subtitle text goes here in 28 pts</a:t>
            </a:r>
            <a:endParaRPr kumimoji="1"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A024CE1F-4397-DF79-B75F-35160943E2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2266" y="6434457"/>
            <a:ext cx="1310450" cy="210263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6A15162-1EE7-9621-D591-66BDDE3B279A}"/>
              </a:ext>
            </a:extLst>
          </p:cNvPr>
          <p:cNvSpPr/>
          <p:nvPr userDrawn="1"/>
        </p:nvSpPr>
        <p:spPr>
          <a:xfrm>
            <a:off x="9273875" y="6369340"/>
            <a:ext cx="2344368" cy="351449"/>
          </a:xfrm>
          <a:prstGeom prst="rect">
            <a:avLst/>
          </a:prstGeom>
        </p:spPr>
        <p:txBody>
          <a:bodyPr wrap="square" lIns="104212" tIns="52105" rIns="104212" bIns="52105" anchor="ctr">
            <a:spAutoFit/>
          </a:bodyPr>
          <a:lstStyle>
            <a:defPPr>
              <a:defRPr lang="zh-TW"/>
            </a:defPPr>
            <a:lvl1pPr marL="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600" b="1" dirty="0">
                <a:solidFill>
                  <a:schemeClr val="bg1"/>
                </a:solidFill>
                <a:latin typeface="+mn-lt"/>
              </a:rPr>
              <a:t>Inventec Confidential</a:t>
            </a:r>
          </a:p>
        </p:txBody>
      </p:sp>
    </p:spTree>
    <p:extLst>
      <p:ext uri="{BB962C8B-B14F-4D97-AF65-F5344CB8AC3E}">
        <p14:creationId xmlns:p14="http://schemas.microsoft.com/office/powerpoint/2010/main" val="293553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C6C78D-865D-FD03-932E-0F389D77FF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95351" y="158786"/>
            <a:ext cx="7601298" cy="919919"/>
          </a:xfrm>
        </p:spPr>
        <p:txBody>
          <a:bodyPr>
            <a:noAutofit/>
          </a:bodyPr>
          <a:lstStyle>
            <a:lvl1pPr algn="ctr">
              <a:defRPr sz="4000" b="0">
                <a:solidFill>
                  <a:schemeClr val="bg1"/>
                </a:solidFill>
              </a:defRPr>
            </a:lvl1pPr>
          </a:lstStyle>
          <a:p>
            <a:r>
              <a:rPr kumimoji="1" lang="en-US" altLang="zh-TW" dirty="0"/>
              <a:t>Table of content in 40 pts</a:t>
            </a:r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4BAD776-5F6E-870C-082C-C401E8AA2C3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05933" y="6434457"/>
            <a:ext cx="1310450" cy="210263"/>
          </a:xfrm>
          <a:prstGeom prst="rect">
            <a:avLst/>
          </a:prstGeom>
        </p:spPr>
      </p:pic>
      <p:sp>
        <p:nvSpPr>
          <p:cNvPr id="18" name="內容版面配置區 2">
            <a:extLst>
              <a:ext uri="{FF2B5EF4-FFF2-40B4-BE49-F238E27FC236}">
                <a16:creationId xmlns:a16="http://schemas.microsoft.com/office/drawing/2014/main" id="{31D28BAA-3B15-F88D-0590-18931247D520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1373919" y="2429933"/>
            <a:ext cx="4137882" cy="406582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TW" dirty="0"/>
              <a:t>01  Subtitle text goes here in 18 pts</a:t>
            </a:r>
            <a:endParaRPr kumimoji="1" lang="zh-TW" altLang="en-US" dirty="0"/>
          </a:p>
        </p:txBody>
      </p:sp>
      <p:sp>
        <p:nvSpPr>
          <p:cNvPr id="23" name="內容版面配置區 2">
            <a:extLst>
              <a:ext uri="{FF2B5EF4-FFF2-40B4-BE49-F238E27FC236}">
                <a16:creationId xmlns:a16="http://schemas.microsoft.com/office/drawing/2014/main" id="{342C37F3-C56A-6283-E734-3F65CAAAEFC1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1373919" y="3022514"/>
            <a:ext cx="4129415" cy="406483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TW" dirty="0"/>
              <a:t>02  Subtitle text goes here in 18 pts</a:t>
            </a:r>
            <a:endParaRPr kumimoji="1" lang="zh-TW" altLang="en-US" dirty="0"/>
          </a:p>
        </p:txBody>
      </p:sp>
      <p:sp>
        <p:nvSpPr>
          <p:cNvPr id="24" name="內容版面配置區 2">
            <a:extLst>
              <a:ext uri="{FF2B5EF4-FFF2-40B4-BE49-F238E27FC236}">
                <a16:creationId xmlns:a16="http://schemas.microsoft.com/office/drawing/2014/main" id="{D3CF1F98-4ADD-4E9A-D48F-E2D6F86308C1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1373919" y="4170370"/>
            <a:ext cx="4095549" cy="435494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TW" dirty="0"/>
              <a:t>04  Subtitle text goes here in 18 pts</a:t>
            </a:r>
            <a:endParaRPr kumimoji="1" lang="zh-TW" altLang="en-US" dirty="0"/>
          </a:p>
        </p:txBody>
      </p:sp>
      <p:sp>
        <p:nvSpPr>
          <p:cNvPr id="31" name="內容版面配置區 2">
            <a:extLst>
              <a:ext uri="{FF2B5EF4-FFF2-40B4-BE49-F238E27FC236}">
                <a16:creationId xmlns:a16="http://schemas.microsoft.com/office/drawing/2014/main" id="{BB5F5D10-CDE8-01EB-7D77-CCFEE11336E4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1373919" y="4771835"/>
            <a:ext cx="4104015" cy="409765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TW" dirty="0"/>
              <a:t>05  Subtitle text goes here in 18 pts</a:t>
            </a:r>
            <a:endParaRPr kumimoji="1" lang="zh-TW" altLang="en-US" dirty="0"/>
          </a:p>
        </p:txBody>
      </p:sp>
      <p:sp>
        <p:nvSpPr>
          <p:cNvPr id="32" name="內容版面配置區 2">
            <a:extLst>
              <a:ext uri="{FF2B5EF4-FFF2-40B4-BE49-F238E27FC236}">
                <a16:creationId xmlns:a16="http://schemas.microsoft.com/office/drawing/2014/main" id="{16C78B00-B80E-DF36-268F-9E7A42A28EE9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1373919" y="3594306"/>
            <a:ext cx="4129415" cy="406483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TW" dirty="0"/>
              <a:t>03  Subtitle text goes here in 18 pts</a:t>
            </a:r>
            <a:endParaRPr kumimoji="1" lang="zh-TW" altLang="en-US" dirty="0"/>
          </a:p>
        </p:txBody>
      </p:sp>
      <p:sp>
        <p:nvSpPr>
          <p:cNvPr id="33" name="內容版面配置區 2">
            <a:extLst>
              <a:ext uri="{FF2B5EF4-FFF2-40B4-BE49-F238E27FC236}">
                <a16:creationId xmlns:a16="http://schemas.microsoft.com/office/drawing/2014/main" id="{A2143A40-6EF7-B283-5C9B-770C58EF7847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7069749" y="2429933"/>
            <a:ext cx="4137882" cy="406582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TW" dirty="0"/>
              <a:t>01  Subtitle text goes here in 18 pts</a:t>
            </a:r>
            <a:endParaRPr kumimoji="1" lang="zh-TW" altLang="en-US" dirty="0"/>
          </a:p>
        </p:txBody>
      </p:sp>
      <p:sp>
        <p:nvSpPr>
          <p:cNvPr id="34" name="內容版面配置區 2">
            <a:extLst>
              <a:ext uri="{FF2B5EF4-FFF2-40B4-BE49-F238E27FC236}">
                <a16:creationId xmlns:a16="http://schemas.microsoft.com/office/drawing/2014/main" id="{D8E2E67F-FE34-E5DB-E7A7-8429171DAEE3}"/>
              </a:ext>
            </a:extLst>
          </p:cNvPr>
          <p:cNvSpPr>
            <a:spLocks noGrp="1"/>
          </p:cNvSpPr>
          <p:nvPr>
            <p:ph idx="32" hasCustomPrompt="1"/>
          </p:nvPr>
        </p:nvSpPr>
        <p:spPr>
          <a:xfrm>
            <a:off x="7069749" y="3022514"/>
            <a:ext cx="4129415" cy="406483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TW" dirty="0"/>
              <a:t>02  Subtitle text goes here in 18 pts</a:t>
            </a:r>
            <a:endParaRPr kumimoji="1" lang="zh-TW" altLang="en-US" dirty="0"/>
          </a:p>
        </p:txBody>
      </p:sp>
      <p:sp>
        <p:nvSpPr>
          <p:cNvPr id="35" name="內容版面配置區 2">
            <a:extLst>
              <a:ext uri="{FF2B5EF4-FFF2-40B4-BE49-F238E27FC236}">
                <a16:creationId xmlns:a16="http://schemas.microsoft.com/office/drawing/2014/main" id="{C7955D6B-7826-E598-8813-A563EF4F8BA8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7069749" y="4170370"/>
            <a:ext cx="4095549" cy="435494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TW" dirty="0"/>
              <a:t>04  Subtitle text goes here in 18 pts</a:t>
            </a:r>
            <a:endParaRPr kumimoji="1" lang="zh-TW" altLang="en-US" dirty="0"/>
          </a:p>
        </p:txBody>
      </p:sp>
      <p:sp>
        <p:nvSpPr>
          <p:cNvPr id="36" name="內容版面配置區 2">
            <a:extLst>
              <a:ext uri="{FF2B5EF4-FFF2-40B4-BE49-F238E27FC236}">
                <a16:creationId xmlns:a16="http://schemas.microsoft.com/office/drawing/2014/main" id="{65565508-E50F-978C-0FEA-98B4D8D73748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7069749" y="4771835"/>
            <a:ext cx="4104015" cy="409765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TW" dirty="0"/>
              <a:t>05  Subtitle text goes here in 18 pts</a:t>
            </a:r>
            <a:endParaRPr kumimoji="1" lang="zh-TW" altLang="en-US" dirty="0"/>
          </a:p>
        </p:txBody>
      </p:sp>
      <p:sp>
        <p:nvSpPr>
          <p:cNvPr id="37" name="內容版面配置區 2">
            <a:extLst>
              <a:ext uri="{FF2B5EF4-FFF2-40B4-BE49-F238E27FC236}">
                <a16:creationId xmlns:a16="http://schemas.microsoft.com/office/drawing/2014/main" id="{A5583A69-4E05-4EFA-EB61-4C5BB4D1968D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7069749" y="3594306"/>
            <a:ext cx="4129415" cy="406483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TW" dirty="0"/>
              <a:t>03  Subtitle text goes here in 18 pts</a:t>
            </a:r>
            <a:endParaRPr kumimoji="1"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38116F-F011-8A3C-87E6-4961C9D3DCE7}"/>
              </a:ext>
            </a:extLst>
          </p:cNvPr>
          <p:cNvSpPr/>
          <p:nvPr userDrawn="1"/>
        </p:nvSpPr>
        <p:spPr>
          <a:xfrm>
            <a:off x="-339451" y="6369340"/>
            <a:ext cx="2344368" cy="351449"/>
          </a:xfrm>
          <a:prstGeom prst="rect">
            <a:avLst/>
          </a:prstGeom>
        </p:spPr>
        <p:txBody>
          <a:bodyPr wrap="square" lIns="104212" tIns="52105" rIns="104212" bIns="52105" anchor="ctr">
            <a:spAutoFit/>
          </a:bodyPr>
          <a:lstStyle>
            <a:defPPr>
              <a:defRPr lang="zh-TW"/>
            </a:defPPr>
            <a:lvl1pPr marL="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600" b="1" dirty="0">
                <a:solidFill>
                  <a:schemeClr val="bg1"/>
                </a:solidFill>
                <a:latin typeface="+mn-lt"/>
              </a:rPr>
              <a:t>Inventec Confidential</a:t>
            </a:r>
          </a:p>
        </p:txBody>
      </p:sp>
    </p:spTree>
    <p:extLst>
      <p:ext uri="{BB962C8B-B14F-4D97-AF65-F5344CB8AC3E}">
        <p14:creationId xmlns:p14="http://schemas.microsoft.com/office/powerpoint/2010/main" val="659645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7EE42B84-98B5-E064-C69E-D86455B3BE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729" y="2940141"/>
            <a:ext cx="6177093" cy="1968013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44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kumimoji="1" lang="en-US" altLang="zh-TW" sz="4400" dirty="0">
                <a:solidFill>
                  <a:schemeClr val="bg1"/>
                </a:solidFill>
                <a:latin typeface="+mj-lt"/>
              </a:rPr>
              <a:t>Master title </a:t>
            </a:r>
            <a:br>
              <a:rPr kumimoji="1" lang="en-US" altLang="zh-TW" sz="4400" dirty="0">
                <a:solidFill>
                  <a:schemeClr val="bg1"/>
                </a:solidFill>
                <a:latin typeface="+mj-lt"/>
              </a:rPr>
            </a:br>
            <a:r>
              <a:rPr kumimoji="1" lang="en-US" altLang="zh-TW" sz="4400" dirty="0">
                <a:solidFill>
                  <a:schemeClr val="bg1"/>
                </a:solidFill>
                <a:latin typeface="+mj-lt"/>
              </a:rPr>
              <a:t>goes here in 44 pts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F6CE943-1C5F-B890-A475-C89A088087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05933" y="6434457"/>
            <a:ext cx="1310450" cy="21026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B88334E-CADB-8A1E-2E7B-45E0FB731920}"/>
              </a:ext>
            </a:extLst>
          </p:cNvPr>
          <p:cNvSpPr/>
          <p:nvPr userDrawn="1"/>
        </p:nvSpPr>
        <p:spPr>
          <a:xfrm>
            <a:off x="-339451" y="6369340"/>
            <a:ext cx="2344368" cy="351449"/>
          </a:xfrm>
          <a:prstGeom prst="rect">
            <a:avLst/>
          </a:prstGeom>
        </p:spPr>
        <p:txBody>
          <a:bodyPr wrap="square" lIns="104212" tIns="52105" rIns="104212" bIns="52105" anchor="ctr">
            <a:spAutoFit/>
          </a:bodyPr>
          <a:lstStyle>
            <a:defPPr>
              <a:defRPr lang="zh-TW"/>
            </a:defPPr>
            <a:lvl1pPr marL="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600" b="1" dirty="0">
                <a:solidFill>
                  <a:schemeClr val="bg1"/>
                </a:solidFill>
                <a:latin typeface="+mn-lt"/>
              </a:rPr>
              <a:t>Inventec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74365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38C3D9-B311-0EB2-33E0-663B4751BE5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89164" y="1688400"/>
            <a:ext cx="8321435" cy="435133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>
                <a:latin typeface="+mn-lt"/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zh-TW" dirty="0"/>
              <a:t>Body text goes here in sentence case 14 pts</a:t>
            </a: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DD162E08-668A-2404-2EC9-4135192810E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289164" y="1065600"/>
            <a:ext cx="5200222" cy="338138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>
              <a:defRPr sz="1000">
                <a:solidFill>
                  <a:schemeClr val="tx1"/>
                </a:solidFill>
                <a:latin typeface="+mn-lt"/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zh-TW" dirty="0"/>
              <a:t>Subtitle text goes here sentence case 18 pts</a:t>
            </a:r>
            <a:endParaRPr kumimoji="1"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0D96D51-3336-B71B-F125-A1FFC1068E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167" y="500400"/>
            <a:ext cx="8087189" cy="539302"/>
          </a:xfrm>
        </p:spPr>
        <p:txBody>
          <a:bodyPr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kumimoji="1" lang="en-US" altLang="zh-TW" dirty="0"/>
              <a:t>Title Here in 32 pts</a:t>
            </a:r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821806B-82E5-5427-1DF6-D225FD20DD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2266" y="6434457"/>
            <a:ext cx="1310450" cy="210263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41AD284-997F-FE24-DBBD-D6D077C7BE19}"/>
              </a:ext>
            </a:extLst>
          </p:cNvPr>
          <p:cNvSpPr/>
          <p:nvPr userDrawn="1"/>
        </p:nvSpPr>
        <p:spPr>
          <a:xfrm>
            <a:off x="9273875" y="6369340"/>
            <a:ext cx="2344368" cy="351449"/>
          </a:xfrm>
          <a:prstGeom prst="rect">
            <a:avLst/>
          </a:prstGeom>
        </p:spPr>
        <p:txBody>
          <a:bodyPr wrap="square" lIns="104212" tIns="52105" rIns="104212" bIns="52105" anchor="ctr">
            <a:spAutoFit/>
          </a:bodyPr>
          <a:lstStyle>
            <a:defPPr>
              <a:defRPr lang="zh-TW"/>
            </a:defPPr>
            <a:lvl1pPr marL="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Inventec Confidential</a:t>
            </a:r>
          </a:p>
        </p:txBody>
      </p:sp>
    </p:spTree>
    <p:extLst>
      <p:ext uri="{BB962C8B-B14F-4D97-AF65-F5344CB8AC3E}">
        <p14:creationId xmlns:p14="http://schemas.microsoft.com/office/powerpoint/2010/main" val="2600608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>
            <a:extLst>
              <a:ext uri="{FF2B5EF4-FFF2-40B4-BE49-F238E27FC236}">
                <a16:creationId xmlns:a16="http://schemas.microsoft.com/office/drawing/2014/main" id="{B519F061-4596-EB21-0270-76C3FCEFF683}"/>
              </a:ext>
            </a:extLst>
          </p:cNvPr>
          <p:cNvSpPr txBox="1">
            <a:spLocks/>
          </p:cNvSpPr>
          <p:nvPr userDrawn="1"/>
        </p:nvSpPr>
        <p:spPr>
          <a:xfrm>
            <a:off x="289167" y="9660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kumimoji="1" lang="zh-TW" altLang="en-US" sz="1400" dirty="0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3ACF594E-6C11-5245-831C-3C9D327794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289164" y="1065600"/>
            <a:ext cx="5200222" cy="338138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>
              <a:defRPr sz="1000">
                <a:solidFill>
                  <a:schemeClr val="tx1"/>
                </a:solidFill>
                <a:latin typeface="+mn-lt"/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zh-TW" dirty="0"/>
              <a:t>Subtitle text goes here sentence case 18 pts</a:t>
            </a:r>
            <a:endParaRPr kumimoji="1" lang="zh-TW" altLang="en-US" dirty="0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543B419D-9688-D7AA-678F-335FA273A6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167" y="500400"/>
            <a:ext cx="8087189" cy="539302"/>
          </a:xfrm>
        </p:spPr>
        <p:txBody>
          <a:bodyPr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kumimoji="1" lang="en-US" altLang="zh-TW" dirty="0"/>
              <a:t>Title Here in 32 pts</a:t>
            </a:r>
            <a:endParaRPr kumimoji="1"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08D317A-E8D4-EFFE-B8CF-D0A38534A5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2266" y="6434457"/>
            <a:ext cx="1310450" cy="21026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28D331C-5154-CF3F-18BC-0560FDFAAB09}"/>
              </a:ext>
            </a:extLst>
          </p:cNvPr>
          <p:cNvSpPr/>
          <p:nvPr userDrawn="1"/>
        </p:nvSpPr>
        <p:spPr>
          <a:xfrm>
            <a:off x="9273875" y="6369340"/>
            <a:ext cx="2344368" cy="351449"/>
          </a:xfrm>
          <a:prstGeom prst="rect">
            <a:avLst/>
          </a:prstGeom>
        </p:spPr>
        <p:txBody>
          <a:bodyPr wrap="square" lIns="104212" tIns="52105" rIns="104212" bIns="52105" anchor="ctr">
            <a:spAutoFit/>
          </a:bodyPr>
          <a:lstStyle>
            <a:defPPr>
              <a:defRPr lang="zh-TW"/>
            </a:defPPr>
            <a:lvl1pPr marL="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Inventec Confidential</a:t>
            </a:r>
          </a:p>
        </p:txBody>
      </p:sp>
    </p:spTree>
    <p:extLst>
      <p:ext uri="{BB962C8B-B14F-4D97-AF65-F5344CB8AC3E}">
        <p14:creationId xmlns:p14="http://schemas.microsoft.com/office/powerpoint/2010/main" val="4226616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953" userDrawn="1">
          <p15:clr>
            <a:srgbClr val="FBAE40"/>
          </p15:clr>
        </p15:guide>
        <p15:guide id="4" orient="horz" pos="1321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38C3D9-B311-0EB2-33E0-663B4751BE5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89164" y="1680965"/>
            <a:ext cx="5477455" cy="4719638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000">
                <a:solidFill>
                  <a:schemeClr val="tx1"/>
                </a:solidFill>
                <a:latin typeface="+mn-lt"/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zh-TW" dirty="0"/>
              <a:t>Body text goes here in sentence case 14 pts</a:t>
            </a:r>
          </a:p>
        </p:txBody>
      </p:sp>
      <p:sp>
        <p:nvSpPr>
          <p:cNvPr id="6" name="圖片版面配置區 2">
            <a:extLst>
              <a:ext uri="{FF2B5EF4-FFF2-40B4-BE49-F238E27FC236}">
                <a16:creationId xmlns:a16="http://schemas.microsoft.com/office/drawing/2014/main" id="{0E1FBB23-28B1-2F54-9577-7A57B0F8A458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275388" y="1680965"/>
            <a:ext cx="5627445" cy="4719639"/>
          </a:xfrm>
        </p:spPr>
        <p:txBody>
          <a:bodyPr/>
          <a:lstStyle>
            <a:lvl1pPr marL="0" indent="0">
              <a:buNone/>
              <a:defRPr sz="3200" b="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en-US" altLang="zh-TW" dirty="0"/>
              <a:t>Picture</a:t>
            </a:r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4727D81-7262-EEF9-AFB3-780353D0A1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2266" y="6434457"/>
            <a:ext cx="1310450" cy="210263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153C38F1-4A9E-EDAB-23F9-35A1C270721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289164" y="1065600"/>
            <a:ext cx="5200222" cy="338138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>
              <a:defRPr sz="1000">
                <a:solidFill>
                  <a:schemeClr val="tx1"/>
                </a:solidFill>
                <a:latin typeface="+mn-lt"/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zh-TW" dirty="0"/>
              <a:t>Subtitle text goes here sentence case 18 pts</a:t>
            </a:r>
            <a:endParaRPr kumimoji="1" lang="zh-TW" alt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0080D955-D209-BB17-E271-1DC1B59EB9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167" y="500400"/>
            <a:ext cx="8087189" cy="539302"/>
          </a:xfrm>
        </p:spPr>
        <p:txBody>
          <a:bodyPr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kumimoji="1" lang="en-US" altLang="zh-TW" dirty="0"/>
              <a:t>Title Here in 32 pts</a:t>
            </a:r>
            <a:endParaRPr kumimoji="1"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D656559-7F6F-5654-49C4-DC0BCD731F45}"/>
              </a:ext>
            </a:extLst>
          </p:cNvPr>
          <p:cNvSpPr/>
          <p:nvPr userDrawn="1"/>
        </p:nvSpPr>
        <p:spPr>
          <a:xfrm>
            <a:off x="9273875" y="6369340"/>
            <a:ext cx="2344368" cy="351449"/>
          </a:xfrm>
          <a:prstGeom prst="rect">
            <a:avLst/>
          </a:prstGeom>
        </p:spPr>
        <p:txBody>
          <a:bodyPr wrap="square" lIns="104212" tIns="52105" rIns="104212" bIns="52105" anchor="ctr">
            <a:spAutoFit/>
          </a:bodyPr>
          <a:lstStyle>
            <a:defPPr>
              <a:defRPr lang="zh-TW"/>
            </a:defPPr>
            <a:lvl1pPr marL="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Inventec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90975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953" userDrawn="1">
          <p15:clr>
            <a:srgbClr val="FBAE40"/>
          </p15:clr>
        </p15:guide>
        <p15:guide id="4" orient="horz" pos="109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38C3D9-B311-0EB2-33E0-663B4751BE5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9663" y="4921200"/>
            <a:ext cx="2762526" cy="246221"/>
          </a:xfrm>
        </p:spPr>
        <p:txBody>
          <a:bodyPr>
            <a:no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  <a:lvl2pPr>
              <a:defRPr sz="1000">
                <a:solidFill>
                  <a:schemeClr val="tx1"/>
                </a:solidFill>
                <a:latin typeface="+mn-lt"/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zh-TW" dirty="0"/>
              <a:t>Body text goes here in 12 pts</a:t>
            </a:r>
            <a:endParaRPr kumimoji="1" lang="zh-TW" altLang="en-US" dirty="0"/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B519F061-4596-EB21-0270-76C3FCEFF683}"/>
              </a:ext>
            </a:extLst>
          </p:cNvPr>
          <p:cNvSpPr txBox="1">
            <a:spLocks/>
          </p:cNvSpPr>
          <p:nvPr userDrawn="1"/>
        </p:nvSpPr>
        <p:spPr>
          <a:xfrm>
            <a:off x="289167" y="966067"/>
            <a:ext cx="580683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kumimoji="1" lang="zh-TW" altLang="en-US" sz="1400" dirty="0"/>
          </a:p>
        </p:txBody>
      </p:sp>
      <p:sp>
        <p:nvSpPr>
          <p:cNvPr id="6" name="圖片版面配置區 2">
            <a:extLst>
              <a:ext uri="{FF2B5EF4-FFF2-40B4-BE49-F238E27FC236}">
                <a16:creationId xmlns:a16="http://schemas.microsoft.com/office/drawing/2014/main" id="{0E1FBB23-28B1-2F54-9577-7A57B0F8A458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407988" y="1659600"/>
            <a:ext cx="3670327" cy="3017931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TW" dirty="0"/>
              <a:t>Picture</a:t>
            </a:r>
            <a:endParaRPr kumimoji="1" lang="zh-TW" altLang="en-US" dirty="0"/>
          </a:p>
          <a:p>
            <a:endParaRPr kumimoji="1" lang="zh-TW" altLang="en-US" dirty="0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675C424D-0719-BDBB-F986-75CFF56A734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751922" y="4921200"/>
            <a:ext cx="2762526" cy="246221"/>
          </a:xfrm>
        </p:spPr>
        <p:txBody>
          <a:bodyPr>
            <a:no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  <a:lvl2pPr>
              <a:defRPr sz="1000">
                <a:solidFill>
                  <a:schemeClr val="tx1"/>
                </a:solidFill>
                <a:latin typeface="+mn-lt"/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zh-TW" dirty="0"/>
              <a:t>Body text goes here in 12 pts</a:t>
            </a:r>
            <a:endParaRPr kumimoji="1" lang="zh-TW" altLang="en-US" dirty="0"/>
          </a:p>
        </p:txBody>
      </p:sp>
      <p:sp>
        <p:nvSpPr>
          <p:cNvPr id="7" name="圖片版面配置區 2">
            <a:extLst>
              <a:ext uri="{FF2B5EF4-FFF2-40B4-BE49-F238E27FC236}">
                <a16:creationId xmlns:a16="http://schemas.microsoft.com/office/drawing/2014/main" id="{9078C45B-F3FD-A5AC-A08E-5066A0E927C3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4320247" y="1659600"/>
            <a:ext cx="3670327" cy="3017931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TW" dirty="0"/>
              <a:t>Picture</a:t>
            </a:r>
            <a:endParaRPr kumimoji="1" lang="zh-TW" altLang="en-US" dirty="0"/>
          </a:p>
          <a:p>
            <a:endParaRPr kumimoji="1" lang="zh-TW" altLang="en-US" dirty="0"/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33AE6CB0-2800-2D19-3C74-0A0F7B1FC6B3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664181" y="4921200"/>
            <a:ext cx="2762526" cy="246221"/>
          </a:xfrm>
        </p:spPr>
        <p:txBody>
          <a:bodyPr>
            <a:no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  <a:lvl2pPr>
              <a:defRPr sz="1000">
                <a:solidFill>
                  <a:schemeClr val="tx1"/>
                </a:solidFill>
                <a:latin typeface="+mn-lt"/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zh-TW" dirty="0"/>
              <a:t>Body text goes here in 12 pts</a:t>
            </a:r>
            <a:endParaRPr kumimoji="1" lang="zh-TW" altLang="en-US" dirty="0"/>
          </a:p>
        </p:txBody>
      </p:sp>
      <p:sp>
        <p:nvSpPr>
          <p:cNvPr id="14" name="圖片版面配置區 2">
            <a:extLst>
              <a:ext uri="{FF2B5EF4-FFF2-40B4-BE49-F238E27FC236}">
                <a16:creationId xmlns:a16="http://schemas.microsoft.com/office/drawing/2014/main" id="{716B3FF7-8A5F-B740-656C-74A24A4B55D0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8232506" y="1659600"/>
            <a:ext cx="3670327" cy="3017931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TW" dirty="0"/>
              <a:t>Picture</a:t>
            </a:r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CB1BCE7-64C7-AD1A-C226-6AE90C8FD2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2266" y="6434457"/>
            <a:ext cx="1310450" cy="210263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5C85DA22-5D80-DC1E-95AC-50F478CF45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406" y="500400"/>
            <a:ext cx="8087189" cy="539302"/>
          </a:xfrm>
        </p:spPr>
        <p:txBody>
          <a:bodyPr>
            <a:normAutofit/>
          </a:bodyPr>
          <a:lstStyle>
            <a:lvl1pPr algn="ctr">
              <a:defRPr sz="3200" b="0">
                <a:solidFill>
                  <a:schemeClr val="tx1"/>
                </a:solidFill>
              </a:defRPr>
            </a:lvl1pPr>
          </a:lstStyle>
          <a:p>
            <a:r>
              <a:rPr kumimoji="1" lang="en-US" altLang="zh-TW" dirty="0"/>
              <a:t>Title Here in 32 pts</a:t>
            </a:r>
            <a:endParaRPr kumimoji="1"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5260F0E-24A1-4C0F-A770-12A9A079268E}"/>
              </a:ext>
            </a:extLst>
          </p:cNvPr>
          <p:cNvSpPr/>
          <p:nvPr userDrawn="1"/>
        </p:nvSpPr>
        <p:spPr>
          <a:xfrm>
            <a:off x="9273875" y="6369340"/>
            <a:ext cx="2344368" cy="351449"/>
          </a:xfrm>
          <a:prstGeom prst="rect">
            <a:avLst/>
          </a:prstGeom>
        </p:spPr>
        <p:txBody>
          <a:bodyPr wrap="square" lIns="104212" tIns="52105" rIns="104212" bIns="52105" anchor="ctr">
            <a:spAutoFit/>
          </a:bodyPr>
          <a:lstStyle>
            <a:defPPr>
              <a:defRPr lang="zh-TW"/>
            </a:defPPr>
            <a:lvl1pPr marL="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Inventec Confidential</a:t>
            </a:r>
          </a:p>
        </p:txBody>
      </p:sp>
    </p:spTree>
    <p:extLst>
      <p:ext uri="{BB962C8B-B14F-4D97-AF65-F5344CB8AC3E}">
        <p14:creationId xmlns:p14="http://schemas.microsoft.com/office/powerpoint/2010/main" val="932176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4" orient="horz" pos="109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0A565362-6C11-F240-2C49-BA3BAFB247B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2266" y="6434457"/>
            <a:ext cx="1310450" cy="210263"/>
          </a:xfrm>
          <a:prstGeom prst="rect">
            <a:avLst/>
          </a:prstGeom>
        </p:spPr>
      </p:pic>
      <p:sp>
        <p:nvSpPr>
          <p:cNvPr id="4" name="標題 1">
            <a:extLst>
              <a:ext uri="{FF2B5EF4-FFF2-40B4-BE49-F238E27FC236}">
                <a16:creationId xmlns:a16="http://schemas.microsoft.com/office/drawing/2014/main" id="{13859BC3-FF3E-F177-B301-2BB3569158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406" y="500400"/>
            <a:ext cx="8087189" cy="539302"/>
          </a:xfrm>
        </p:spPr>
        <p:txBody>
          <a:bodyPr>
            <a:normAutofit/>
          </a:bodyPr>
          <a:lstStyle>
            <a:lvl1pPr algn="ctr">
              <a:defRPr sz="3200" b="0">
                <a:solidFill>
                  <a:schemeClr val="tx1"/>
                </a:solidFill>
              </a:defRPr>
            </a:lvl1pPr>
          </a:lstStyle>
          <a:p>
            <a:r>
              <a:rPr kumimoji="1" lang="en-US" altLang="zh-TW" dirty="0"/>
              <a:t>Title Here in 32 pts</a:t>
            </a:r>
            <a:endParaRPr kumimoji="1"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5BF4AA-5E18-1D07-F2DA-2AA6BC66CE2C}"/>
              </a:ext>
            </a:extLst>
          </p:cNvPr>
          <p:cNvSpPr/>
          <p:nvPr userDrawn="1"/>
        </p:nvSpPr>
        <p:spPr>
          <a:xfrm>
            <a:off x="9273875" y="6369340"/>
            <a:ext cx="2344368" cy="351449"/>
          </a:xfrm>
          <a:prstGeom prst="rect">
            <a:avLst/>
          </a:prstGeom>
        </p:spPr>
        <p:txBody>
          <a:bodyPr wrap="square" lIns="104212" tIns="52105" rIns="104212" bIns="52105" anchor="ctr">
            <a:spAutoFit/>
          </a:bodyPr>
          <a:lstStyle>
            <a:defPPr>
              <a:defRPr lang="zh-TW"/>
            </a:defPPr>
            <a:lvl1pPr marL="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Inventec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17590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953" userDrawn="1">
          <p15:clr>
            <a:srgbClr val="FBAE40"/>
          </p15:clr>
        </p15:guide>
        <p15:guide id="4" orient="horz" pos="109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E14319CE-4662-4709-27C1-83C053932C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40773" y="6445605"/>
            <a:ext cx="1310450" cy="210263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2DCA810D-FB0E-B8EF-0769-681F1DB1357C}"/>
              </a:ext>
            </a:extLst>
          </p:cNvPr>
          <p:cNvSpPr txBox="1"/>
          <p:nvPr userDrawn="1"/>
        </p:nvSpPr>
        <p:spPr>
          <a:xfrm>
            <a:off x="0" y="3471169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5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Thank You</a:t>
            </a:r>
            <a:endParaRPr kumimoji="1" lang="zh-TW" altLang="en-US" sz="5400" b="0" kern="12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4C136B3-2AE1-BA6E-4228-6436262D137A}"/>
              </a:ext>
            </a:extLst>
          </p:cNvPr>
          <p:cNvSpPr/>
          <p:nvPr userDrawn="1"/>
        </p:nvSpPr>
        <p:spPr>
          <a:xfrm>
            <a:off x="9273875" y="6369340"/>
            <a:ext cx="2344368" cy="351449"/>
          </a:xfrm>
          <a:prstGeom prst="rect">
            <a:avLst/>
          </a:prstGeom>
        </p:spPr>
        <p:txBody>
          <a:bodyPr wrap="square" lIns="104212" tIns="52105" rIns="104212" bIns="52105" anchor="ctr">
            <a:spAutoFit/>
          </a:bodyPr>
          <a:lstStyle>
            <a:defPPr>
              <a:defRPr lang="zh-TW"/>
            </a:defPPr>
            <a:lvl1pPr marL="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Inventec Confidential</a:t>
            </a:r>
          </a:p>
        </p:txBody>
      </p:sp>
    </p:spTree>
    <p:extLst>
      <p:ext uri="{BB962C8B-B14F-4D97-AF65-F5344CB8AC3E}">
        <p14:creationId xmlns:p14="http://schemas.microsoft.com/office/powerpoint/2010/main" val="2558408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411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內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橢圓 10"/>
          <p:cNvSpPr/>
          <p:nvPr userDrawn="1"/>
        </p:nvSpPr>
        <p:spPr>
          <a:xfrm>
            <a:off x="11712738" y="6254846"/>
            <a:ext cx="252911" cy="735396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zh-TW" altLang="en-US" sz="2799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2" name="投影片編號版面配置區 3"/>
          <p:cNvSpPr txBox="1">
            <a:spLocks/>
          </p:cNvSpPr>
          <p:nvPr userDrawn="1"/>
        </p:nvSpPr>
        <p:spPr>
          <a:xfrm>
            <a:off x="11352835" y="6492220"/>
            <a:ext cx="972718" cy="260648"/>
          </a:xfrm>
          <a:prstGeom prst="rect">
            <a:avLst/>
          </a:prstGeom>
        </p:spPr>
        <p:txBody>
          <a:bodyPr vert="horz" lIns="91151" tIns="45579" rIns="91151" bIns="45579" rtlCol="0" anchor="ctr"/>
          <a:lstStyle/>
          <a:p>
            <a:pPr algn="ctr" defTabSz="913547" fontAlgn="auto">
              <a:spcBef>
                <a:spcPts val="0"/>
              </a:spcBef>
              <a:spcAft>
                <a:spcPts val="0"/>
              </a:spcAft>
              <a:defRPr/>
            </a:pPr>
            <a:fld id="{566B3443-88FF-483E-9A67-1965FD1BAB9A}" type="slidenum">
              <a:rPr kumimoji="0" lang="zh-TW" altLang="en-US" sz="1100" smtClean="0">
                <a:solidFill>
                  <a:schemeClr val="bg1"/>
                </a:solidFill>
                <a:latin typeface="+mn-lt"/>
                <a:ea typeface="微軟正黑體" pitchFamily="34" charset="-120"/>
              </a:rPr>
              <a:pPr algn="ctr" defTabSz="913547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zh-TW" altLang="en-US" sz="1100" dirty="0">
              <a:solidFill>
                <a:schemeClr val="bg1"/>
              </a:solidFill>
              <a:latin typeface="+mn-lt"/>
              <a:ea typeface="微軟正黑體" pitchFamily="34" charset="-120"/>
            </a:endParaRPr>
          </a:p>
        </p:txBody>
      </p:sp>
      <p:sp>
        <p:nvSpPr>
          <p:cNvPr id="23" name="矩形 22"/>
          <p:cNvSpPr/>
          <p:nvPr userDrawn="1"/>
        </p:nvSpPr>
        <p:spPr>
          <a:xfrm>
            <a:off x="9350557" y="6485290"/>
            <a:ext cx="2344673" cy="274509"/>
          </a:xfrm>
          <a:prstGeom prst="rect">
            <a:avLst/>
          </a:prstGeom>
        </p:spPr>
        <p:txBody>
          <a:bodyPr wrap="square" lIns="104188" tIns="52093" rIns="104188" bIns="52093" anchor="ctr">
            <a:spAutoFit/>
          </a:bodyPr>
          <a:lstStyle/>
          <a:p>
            <a:pPr algn="r"/>
            <a:r>
              <a:rPr lang="en-US" altLang="zh-TW" sz="1100" dirty="0">
                <a:solidFill>
                  <a:schemeClr val="bg1">
                    <a:lumMod val="75000"/>
                  </a:schemeClr>
                </a:solidFill>
                <a:latin typeface="+mn-lt"/>
              </a:rPr>
              <a:t>Inventec Confidential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99136" y="6539467"/>
            <a:ext cx="993729" cy="1661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標題 1"/>
          <p:cNvSpPr>
            <a:spLocks noGrp="1"/>
          </p:cNvSpPr>
          <p:nvPr>
            <p:ph type="title"/>
          </p:nvPr>
        </p:nvSpPr>
        <p:spPr>
          <a:xfrm>
            <a:off x="334610" y="285268"/>
            <a:ext cx="5109756" cy="535279"/>
          </a:xfrm>
          <a:prstGeom prst="rect">
            <a:avLst/>
          </a:prstGeom>
        </p:spPr>
        <p:txBody>
          <a:bodyPr wrap="none">
            <a:spAutoFit/>
          </a:bodyPr>
          <a:lstStyle>
            <a:lvl1pPr algn="l">
              <a:defRPr lang="zh-TW" altLang="en-US" sz="3199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" name="文字版面配置區 3"/>
          <p:cNvSpPr>
            <a:spLocks noGrp="1"/>
          </p:cNvSpPr>
          <p:nvPr>
            <p:ph type="body" sz="quarter" idx="10"/>
          </p:nvPr>
        </p:nvSpPr>
        <p:spPr>
          <a:xfrm>
            <a:off x="334609" y="847707"/>
            <a:ext cx="3262857" cy="404889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l">
              <a:lnSpc>
                <a:spcPct val="110000"/>
              </a:lnSpc>
              <a:buNone/>
              <a:defRPr lang="zh-TW" altLang="en-US" sz="2000" b="1" dirty="0" smtClean="0">
                <a:solidFill>
                  <a:srgbClr val="039FC5"/>
                </a:solidFill>
              </a:defRPr>
            </a:lvl1pPr>
          </a:lstStyle>
          <a:p>
            <a:pPr marL="0" lvl="0"/>
            <a:r>
              <a:rPr lang="zh-TW" altLang="en-US" dirty="0"/>
              <a:t>按一下以編輯母片文字樣式</a:t>
            </a:r>
          </a:p>
        </p:txBody>
      </p:sp>
      <p:sp>
        <p:nvSpPr>
          <p:cNvPr id="12" name="內容版面配置區 3">
            <a:extLst>
              <a:ext uri="{FF2B5EF4-FFF2-40B4-BE49-F238E27FC236}">
                <a16:creationId xmlns:a16="http://schemas.microsoft.com/office/drawing/2014/main" id="{CA8629BA-7E34-42A6-8EC4-FF69C68B5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1372" y="1381418"/>
            <a:ext cx="11323749" cy="521593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2786036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030F66D-E709-419F-4F8A-1B0D55F141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10329" y="6350001"/>
            <a:ext cx="1460698" cy="234371"/>
          </a:xfrm>
          <a:prstGeom prst="rect">
            <a:avLst/>
          </a:prstGeom>
        </p:spPr>
      </p:pic>
      <p:sp>
        <p:nvSpPr>
          <p:cNvPr id="4" name="標題 1">
            <a:extLst>
              <a:ext uri="{FF2B5EF4-FFF2-40B4-BE49-F238E27FC236}">
                <a16:creationId xmlns:a16="http://schemas.microsoft.com/office/drawing/2014/main" id="{99F217CB-D31E-F8CB-6E00-B296E7C555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80" y="2301945"/>
            <a:ext cx="7040636" cy="1553620"/>
          </a:xfrm>
        </p:spPr>
        <p:txBody>
          <a:bodyPr>
            <a:noAutofit/>
          </a:bodyPr>
          <a:lstStyle>
            <a:lvl1pPr algn="ctr">
              <a:defRPr sz="5400" b="0">
                <a:solidFill>
                  <a:schemeClr val="bg1"/>
                </a:solidFill>
              </a:defRPr>
            </a:lvl1pPr>
          </a:lstStyle>
          <a:p>
            <a:r>
              <a:rPr kumimoji="1" lang="en-US" altLang="zh-TW" dirty="0"/>
              <a:t>Master title</a:t>
            </a:r>
            <a:br>
              <a:rPr kumimoji="1" lang="en-US" altLang="zh-TW" dirty="0"/>
            </a:br>
            <a:r>
              <a:rPr kumimoji="1" lang="en-US" altLang="zh-TW" dirty="0"/>
              <a:t>goes here in 54 pts</a:t>
            </a:r>
            <a:endParaRPr kumimoji="1" lang="zh-TW" altLang="en-US" dirty="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F82F9F4E-F393-3489-4A8B-8586D9E6916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53235" y="4109210"/>
            <a:ext cx="2006353" cy="285237"/>
          </a:xfrm>
        </p:spPr>
        <p:txBody>
          <a:bodyPr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TW" dirty="0"/>
              <a:t>MM.YYYY in 16 pts</a:t>
            </a:r>
            <a:endParaRPr kumimoji="1"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E1AE95C-771E-3ADA-0C5E-AE6CAB37F30B}"/>
              </a:ext>
            </a:extLst>
          </p:cNvPr>
          <p:cNvSpPr/>
          <p:nvPr userDrawn="1"/>
        </p:nvSpPr>
        <p:spPr>
          <a:xfrm>
            <a:off x="9273875" y="6369340"/>
            <a:ext cx="2344368" cy="351449"/>
          </a:xfrm>
          <a:prstGeom prst="rect">
            <a:avLst/>
          </a:prstGeom>
        </p:spPr>
        <p:txBody>
          <a:bodyPr wrap="square" lIns="104212" tIns="52105" rIns="104212" bIns="52105" anchor="ctr">
            <a:spAutoFit/>
          </a:bodyPr>
          <a:lstStyle>
            <a:defPPr>
              <a:defRPr lang="zh-TW"/>
            </a:defPPr>
            <a:lvl1pPr marL="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600" b="1" dirty="0">
                <a:solidFill>
                  <a:schemeClr val="bg1"/>
                </a:solidFill>
                <a:latin typeface="+mn-lt"/>
              </a:rPr>
              <a:t>Inventec Confidential</a:t>
            </a:r>
          </a:p>
        </p:txBody>
      </p:sp>
    </p:spTree>
    <p:extLst>
      <p:ext uri="{BB962C8B-B14F-4D97-AF65-F5344CB8AC3E}">
        <p14:creationId xmlns:p14="http://schemas.microsoft.com/office/powerpoint/2010/main" val="28715153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63BE22D2-37CB-ECAB-761A-49C5A0A6F9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7186" y="6358467"/>
            <a:ext cx="1270928" cy="203922"/>
          </a:xfrm>
          <a:prstGeom prst="rect">
            <a:avLst/>
          </a:prstGeom>
        </p:spPr>
      </p:pic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B84530D-BB53-E64E-3106-F3159FD5CCA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551649" y="1937205"/>
            <a:ext cx="624682" cy="610009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8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TW" dirty="0"/>
              <a:t>01</a:t>
            </a: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3C55A9AB-ACB0-DBA7-C9B2-8D544D89FC7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4515" y="2755024"/>
            <a:ext cx="624682" cy="610009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8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TW" dirty="0"/>
              <a:t>02</a:t>
            </a:r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75D28D40-33B5-C487-51CA-9BF3BBDD3118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646081" y="3572843"/>
            <a:ext cx="624682" cy="610009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8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TW" dirty="0"/>
              <a:t>03</a:t>
            </a:r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6A3CDCA4-F5D3-D74B-365C-4BA25EA66AA2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254917" y="4390662"/>
            <a:ext cx="624682" cy="610009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8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TW" dirty="0"/>
              <a:t>04</a:t>
            </a:r>
          </a:p>
        </p:txBody>
      </p:sp>
      <p:sp>
        <p:nvSpPr>
          <p:cNvPr id="7" name="文字版面配置區 2">
            <a:extLst>
              <a:ext uri="{FF2B5EF4-FFF2-40B4-BE49-F238E27FC236}">
                <a16:creationId xmlns:a16="http://schemas.microsoft.com/office/drawing/2014/main" id="{7B23CC0B-6D0E-938B-73D3-887C44DAE4B7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826485" y="5208479"/>
            <a:ext cx="624682" cy="610009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8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TW" dirty="0"/>
              <a:t>05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218FDF40-FA36-7C11-E894-F98A8DF32906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105267" y="2011795"/>
            <a:ext cx="5203902" cy="378990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kumimoji="1" lang="en-US" altLang="zh-TW" dirty="0"/>
              <a:t>Subtitle text goes here in 28 pts</a:t>
            </a:r>
            <a:endParaRPr kumimoji="1" lang="zh-TW" altLang="en-US" dirty="0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FBE4863B-070C-015A-F0BB-48A9ECCEC9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721" y="350340"/>
            <a:ext cx="6458674" cy="919919"/>
          </a:xfrm>
        </p:spPr>
        <p:txBody>
          <a:bodyPr>
            <a:noAutofit/>
          </a:bodyPr>
          <a:lstStyle>
            <a:lvl1pPr algn="l">
              <a:defRPr sz="4000" b="0">
                <a:solidFill>
                  <a:schemeClr val="bg1"/>
                </a:solidFill>
              </a:defRPr>
            </a:lvl1pPr>
          </a:lstStyle>
          <a:p>
            <a:r>
              <a:rPr kumimoji="1" lang="en-US" altLang="zh-TW" dirty="0"/>
              <a:t>Table of content in 40 pts</a:t>
            </a:r>
            <a:endParaRPr kumimoji="1" lang="zh-TW" altLang="en-US" dirty="0"/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3645DF71-FE8A-39C6-75ED-DE8594584D5C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4635475" y="2829614"/>
            <a:ext cx="5203902" cy="378990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kumimoji="1" lang="en-US" altLang="zh-TW" dirty="0"/>
              <a:t>Subtitle text goes here in 28 pts</a:t>
            </a:r>
            <a:endParaRPr kumimoji="1" lang="zh-TW" altLang="en-US" dirty="0"/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506CA32E-E308-90ED-B6B0-F078B38B5D50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5208816" y="3647433"/>
            <a:ext cx="5203902" cy="378990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kumimoji="1" lang="en-US" altLang="zh-TW" dirty="0"/>
              <a:t>Subtitle text goes here in 28 pts</a:t>
            </a:r>
            <a:endParaRPr kumimoji="1" lang="zh-TW" altLang="en-US" dirty="0"/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6A1D7935-E9FE-6487-9B9B-DF388C5E397E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5799409" y="4465252"/>
            <a:ext cx="5203902" cy="378990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kumimoji="1" lang="en-US" altLang="zh-TW" dirty="0"/>
              <a:t>Subtitle text goes here in 28 pts</a:t>
            </a:r>
            <a:endParaRPr kumimoji="1" lang="zh-TW" altLang="en-US" dirty="0"/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7B95C193-9868-22DD-7D82-3800ED86AB25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6375620" y="5283071"/>
            <a:ext cx="5203902" cy="378990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kumimoji="1" lang="en-US" altLang="zh-TW" dirty="0"/>
              <a:t>Subtitle text goes here in 28 pts</a:t>
            </a:r>
            <a:endParaRPr kumimoji="1" lang="zh-TW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CBDBEC4-DCCB-E38E-B495-C3B2E903F98C}"/>
              </a:ext>
            </a:extLst>
          </p:cNvPr>
          <p:cNvSpPr/>
          <p:nvPr userDrawn="1"/>
        </p:nvSpPr>
        <p:spPr>
          <a:xfrm>
            <a:off x="9273875" y="6369340"/>
            <a:ext cx="2344368" cy="351449"/>
          </a:xfrm>
          <a:prstGeom prst="rect">
            <a:avLst/>
          </a:prstGeom>
        </p:spPr>
        <p:txBody>
          <a:bodyPr wrap="square" lIns="104212" tIns="52105" rIns="104212" bIns="52105" anchor="ctr">
            <a:spAutoFit/>
          </a:bodyPr>
          <a:lstStyle>
            <a:defPPr>
              <a:defRPr lang="zh-TW"/>
            </a:defPPr>
            <a:lvl1pPr marL="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600" b="1" dirty="0">
                <a:solidFill>
                  <a:schemeClr val="bg1"/>
                </a:solidFill>
                <a:latin typeface="+mn-lt"/>
              </a:rPr>
              <a:t>Inventec Confidential</a:t>
            </a:r>
          </a:p>
        </p:txBody>
      </p:sp>
    </p:spTree>
    <p:extLst>
      <p:ext uri="{BB962C8B-B14F-4D97-AF65-F5344CB8AC3E}">
        <p14:creationId xmlns:p14="http://schemas.microsoft.com/office/powerpoint/2010/main" val="8177571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310FD6A-3185-7C2A-AE12-D1F22A9A48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7186" y="6358467"/>
            <a:ext cx="1270928" cy="203922"/>
          </a:xfrm>
          <a:prstGeom prst="rect">
            <a:avLst/>
          </a:prstGeom>
        </p:spPr>
      </p:pic>
      <p:sp>
        <p:nvSpPr>
          <p:cNvPr id="17" name="標題 1">
            <a:extLst>
              <a:ext uri="{FF2B5EF4-FFF2-40B4-BE49-F238E27FC236}">
                <a16:creationId xmlns:a16="http://schemas.microsoft.com/office/drawing/2014/main" id="{023AFAE9-B102-0F56-068B-41B2949679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95351" y="158786"/>
            <a:ext cx="7601298" cy="919919"/>
          </a:xfrm>
        </p:spPr>
        <p:txBody>
          <a:bodyPr>
            <a:noAutofit/>
          </a:bodyPr>
          <a:lstStyle>
            <a:lvl1pPr algn="ctr">
              <a:defRPr sz="4000" b="0">
                <a:solidFill>
                  <a:schemeClr val="bg1"/>
                </a:solidFill>
              </a:defRPr>
            </a:lvl1pPr>
          </a:lstStyle>
          <a:p>
            <a:r>
              <a:rPr kumimoji="1" lang="en-US" altLang="zh-TW" dirty="0"/>
              <a:t>Table of content in 40 pts</a:t>
            </a:r>
            <a:endParaRPr kumimoji="1" lang="zh-TW" altLang="en-US" dirty="0"/>
          </a:p>
        </p:txBody>
      </p:sp>
      <p:sp>
        <p:nvSpPr>
          <p:cNvPr id="18" name="內容版面配置區 2">
            <a:extLst>
              <a:ext uri="{FF2B5EF4-FFF2-40B4-BE49-F238E27FC236}">
                <a16:creationId xmlns:a16="http://schemas.microsoft.com/office/drawing/2014/main" id="{970C5FB0-2067-5A89-3C62-96CE932969E1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1373919" y="2429933"/>
            <a:ext cx="4137882" cy="406582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TW" dirty="0"/>
              <a:t>01  Subtitle text goes here in 18 pts</a:t>
            </a:r>
            <a:endParaRPr kumimoji="1" lang="zh-TW" altLang="en-US" dirty="0"/>
          </a:p>
        </p:txBody>
      </p:sp>
      <p:sp>
        <p:nvSpPr>
          <p:cNvPr id="19" name="內容版面配置區 2">
            <a:extLst>
              <a:ext uri="{FF2B5EF4-FFF2-40B4-BE49-F238E27FC236}">
                <a16:creationId xmlns:a16="http://schemas.microsoft.com/office/drawing/2014/main" id="{5F2124BB-6418-9CE7-52C4-D6F927AD2101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1373919" y="3022514"/>
            <a:ext cx="4129415" cy="406483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TW" dirty="0"/>
              <a:t>02  Subtitle text goes here in 18 pts</a:t>
            </a:r>
            <a:endParaRPr kumimoji="1" lang="zh-TW" altLang="en-US" dirty="0"/>
          </a:p>
        </p:txBody>
      </p:sp>
      <p:sp>
        <p:nvSpPr>
          <p:cNvPr id="20" name="內容版面配置區 2">
            <a:extLst>
              <a:ext uri="{FF2B5EF4-FFF2-40B4-BE49-F238E27FC236}">
                <a16:creationId xmlns:a16="http://schemas.microsoft.com/office/drawing/2014/main" id="{F19DD641-FEE1-0789-7163-CD97576A5650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1373919" y="4170370"/>
            <a:ext cx="4095549" cy="435494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TW" dirty="0"/>
              <a:t>04  Subtitle text goes here in 18 pts</a:t>
            </a:r>
            <a:endParaRPr kumimoji="1" lang="zh-TW" altLang="en-US" dirty="0"/>
          </a:p>
        </p:txBody>
      </p:sp>
      <p:sp>
        <p:nvSpPr>
          <p:cNvPr id="21" name="內容版面配置區 2">
            <a:extLst>
              <a:ext uri="{FF2B5EF4-FFF2-40B4-BE49-F238E27FC236}">
                <a16:creationId xmlns:a16="http://schemas.microsoft.com/office/drawing/2014/main" id="{0906C5F9-0E39-D124-BD92-DD5520720207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1373919" y="4771835"/>
            <a:ext cx="4104015" cy="409765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TW" dirty="0"/>
              <a:t>05  Subtitle text goes here in 18 pts</a:t>
            </a:r>
            <a:endParaRPr kumimoji="1" lang="zh-TW" altLang="en-US" dirty="0"/>
          </a:p>
        </p:txBody>
      </p:sp>
      <p:sp>
        <p:nvSpPr>
          <p:cNvPr id="22" name="內容版面配置區 2">
            <a:extLst>
              <a:ext uri="{FF2B5EF4-FFF2-40B4-BE49-F238E27FC236}">
                <a16:creationId xmlns:a16="http://schemas.microsoft.com/office/drawing/2014/main" id="{5E02D198-4DA3-BD52-D2B1-EF32E56BE74B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1373919" y="3594306"/>
            <a:ext cx="4129415" cy="406483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TW" dirty="0"/>
              <a:t>03  Subtitle text goes here in 18 pts</a:t>
            </a:r>
            <a:endParaRPr kumimoji="1" lang="zh-TW" altLang="en-US" dirty="0"/>
          </a:p>
        </p:txBody>
      </p:sp>
      <p:sp>
        <p:nvSpPr>
          <p:cNvPr id="23" name="內容版面配置區 2">
            <a:extLst>
              <a:ext uri="{FF2B5EF4-FFF2-40B4-BE49-F238E27FC236}">
                <a16:creationId xmlns:a16="http://schemas.microsoft.com/office/drawing/2014/main" id="{1F5B6C4C-7197-816D-A61B-C664DA8FF7C4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7069749" y="2429933"/>
            <a:ext cx="4137882" cy="406582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TW" dirty="0"/>
              <a:t>01  Subtitle text goes here in 18 pts</a:t>
            </a:r>
            <a:endParaRPr kumimoji="1" lang="zh-TW" altLang="en-US" dirty="0"/>
          </a:p>
        </p:txBody>
      </p:sp>
      <p:sp>
        <p:nvSpPr>
          <p:cNvPr id="24" name="內容版面配置區 2">
            <a:extLst>
              <a:ext uri="{FF2B5EF4-FFF2-40B4-BE49-F238E27FC236}">
                <a16:creationId xmlns:a16="http://schemas.microsoft.com/office/drawing/2014/main" id="{7479983F-8C45-EE22-EC96-B0FFD2F90152}"/>
              </a:ext>
            </a:extLst>
          </p:cNvPr>
          <p:cNvSpPr>
            <a:spLocks noGrp="1"/>
          </p:cNvSpPr>
          <p:nvPr>
            <p:ph idx="32" hasCustomPrompt="1"/>
          </p:nvPr>
        </p:nvSpPr>
        <p:spPr>
          <a:xfrm>
            <a:off x="7069749" y="3022514"/>
            <a:ext cx="4129415" cy="406483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TW" dirty="0"/>
              <a:t>02  Subtitle text goes here in 18 pts</a:t>
            </a:r>
            <a:endParaRPr kumimoji="1" lang="zh-TW" altLang="en-US" dirty="0"/>
          </a:p>
        </p:txBody>
      </p:sp>
      <p:sp>
        <p:nvSpPr>
          <p:cNvPr id="25" name="內容版面配置區 2">
            <a:extLst>
              <a:ext uri="{FF2B5EF4-FFF2-40B4-BE49-F238E27FC236}">
                <a16:creationId xmlns:a16="http://schemas.microsoft.com/office/drawing/2014/main" id="{DFC618CD-3AB2-2B41-BF7D-259936B9EAEC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7069749" y="4170370"/>
            <a:ext cx="4095549" cy="435494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TW" dirty="0"/>
              <a:t>04  Subtitle text goes here in 18 pts</a:t>
            </a:r>
            <a:endParaRPr kumimoji="1" lang="zh-TW" altLang="en-US" dirty="0"/>
          </a:p>
        </p:txBody>
      </p:sp>
      <p:sp>
        <p:nvSpPr>
          <p:cNvPr id="26" name="內容版面配置區 2">
            <a:extLst>
              <a:ext uri="{FF2B5EF4-FFF2-40B4-BE49-F238E27FC236}">
                <a16:creationId xmlns:a16="http://schemas.microsoft.com/office/drawing/2014/main" id="{CDCD15E9-C96D-2712-7730-D22D22CAC363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7069749" y="4771835"/>
            <a:ext cx="4104015" cy="409765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TW" dirty="0"/>
              <a:t>05  Subtitle text goes here in 18 pts</a:t>
            </a:r>
            <a:endParaRPr kumimoji="1" lang="zh-TW" altLang="en-US" dirty="0"/>
          </a:p>
        </p:txBody>
      </p:sp>
      <p:sp>
        <p:nvSpPr>
          <p:cNvPr id="27" name="內容版面配置區 2">
            <a:extLst>
              <a:ext uri="{FF2B5EF4-FFF2-40B4-BE49-F238E27FC236}">
                <a16:creationId xmlns:a16="http://schemas.microsoft.com/office/drawing/2014/main" id="{FB7D903C-E859-4811-B399-00491DF5E8A2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7069749" y="3594306"/>
            <a:ext cx="4129415" cy="406483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TW" dirty="0"/>
              <a:t>03  Subtitle text goes here in 18 pts</a:t>
            </a:r>
            <a:endParaRPr kumimoji="1"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B7925DC-BD54-3C6C-3625-8FC9CD9637C5}"/>
              </a:ext>
            </a:extLst>
          </p:cNvPr>
          <p:cNvSpPr/>
          <p:nvPr userDrawn="1"/>
        </p:nvSpPr>
        <p:spPr>
          <a:xfrm>
            <a:off x="9273875" y="6369340"/>
            <a:ext cx="2344368" cy="351449"/>
          </a:xfrm>
          <a:prstGeom prst="rect">
            <a:avLst/>
          </a:prstGeom>
        </p:spPr>
        <p:txBody>
          <a:bodyPr wrap="square" lIns="104212" tIns="52105" rIns="104212" bIns="52105" anchor="ctr">
            <a:spAutoFit/>
          </a:bodyPr>
          <a:lstStyle>
            <a:defPPr>
              <a:defRPr lang="zh-TW"/>
            </a:defPPr>
            <a:lvl1pPr marL="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600" b="1" dirty="0">
                <a:solidFill>
                  <a:schemeClr val="bg1"/>
                </a:solidFill>
                <a:latin typeface="+mn-lt"/>
              </a:rPr>
              <a:t>Inventec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987877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D60AE0-5E1D-8800-0E28-FFD00CD566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729" y="2940141"/>
            <a:ext cx="6177093" cy="1968013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44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kumimoji="1" lang="en-US" altLang="zh-TW" sz="4400" dirty="0">
                <a:solidFill>
                  <a:schemeClr val="bg1"/>
                </a:solidFill>
                <a:latin typeface="+mj-lt"/>
              </a:rPr>
              <a:t>Master title </a:t>
            </a:r>
            <a:br>
              <a:rPr kumimoji="1" lang="en-US" altLang="zh-TW" sz="4400" dirty="0">
                <a:solidFill>
                  <a:schemeClr val="bg1"/>
                </a:solidFill>
                <a:latin typeface="+mj-lt"/>
              </a:rPr>
            </a:br>
            <a:r>
              <a:rPr kumimoji="1" lang="en-US" altLang="zh-TW" sz="4400" dirty="0">
                <a:solidFill>
                  <a:schemeClr val="bg1"/>
                </a:solidFill>
                <a:latin typeface="+mj-lt"/>
              </a:rPr>
              <a:t>goes here in 44 pts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7CF5908-1B7D-B049-9E1B-B2D961A2613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7186" y="6358467"/>
            <a:ext cx="1270928" cy="20392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A794DEF-0003-6D56-0BB3-5FECDD9DEE1F}"/>
              </a:ext>
            </a:extLst>
          </p:cNvPr>
          <p:cNvSpPr/>
          <p:nvPr userDrawn="1"/>
        </p:nvSpPr>
        <p:spPr>
          <a:xfrm>
            <a:off x="9273875" y="6369340"/>
            <a:ext cx="2344368" cy="351449"/>
          </a:xfrm>
          <a:prstGeom prst="rect">
            <a:avLst/>
          </a:prstGeom>
        </p:spPr>
        <p:txBody>
          <a:bodyPr wrap="square" lIns="104212" tIns="52105" rIns="104212" bIns="52105" anchor="ctr">
            <a:spAutoFit/>
          </a:bodyPr>
          <a:lstStyle>
            <a:defPPr>
              <a:defRPr lang="zh-TW"/>
            </a:defPPr>
            <a:lvl1pPr marL="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600" b="1" dirty="0">
                <a:solidFill>
                  <a:schemeClr val="bg1"/>
                </a:solidFill>
                <a:latin typeface="+mn-lt"/>
              </a:rPr>
              <a:t>Inventec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43516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B2AE5D48-B822-1375-5FB9-76F1329A329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7186" y="6358467"/>
            <a:ext cx="1270928" cy="203922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2A31188F-31D1-20C4-8F5D-E30AB2C6C9C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89164" y="1688400"/>
            <a:ext cx="8321435" cy="4351338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  <a:latin typeface="+mn-lt"/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zh-TW" dirty="0"/>
              <a:t>Body text goes here in sentence case 14 pts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A7CC607B-0855-B799-C575-36CE04FE4358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289164" y="1065600"/>
            <a:ext cx="5200222" cy="338138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000">
                <a:solidFill>
                  <a:schemeClr val="tx1"/>
                </a:solidFill>
                <a:latin typeface="+mn-lt"/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zh-TW" dirty="0"/>
              <a:t>Subtitle text goes here sentence case 18 pts</a:t>
            </a:r>
            <a:endParaRPr kumimoji="1" lang="zh-TW" altLang="en-US" dirty="0"/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9334746E-5F36-EB05-744F-8A272A102E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167" y="500400"/>
            <a:ext cx="8087189" cy="539302"/>
          </a:xfrm>
        </p:spPr>
        <p:txBody>
          <a:bodyPr>
            <a:norm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kumimoji="1" lang="en-US" altLang="zh-TW" dirty="0"/>
              <a:t>Title Here in 32 pts</a:t>
            </a:r>
            <a:endParaRPr kumimoji="1"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ABCE0E7-DB03-9517-F569-28E9FF435255}"/>
              </a:ext>
            </a:extLst>
          </p:cNvPr>
          <p:cNvSpPr/>
          <p:nvPr userDrawn="1"/>
        </p:nvSpPr>
        <p:spPr>
          <a:xfrm>
            <a:off x="9273875" y="6369340"/>
            <a:ext cx="2344368" cy="351449"/>
          </a:xfrm>
          <a:prstGeom prst="rect">
            <a:avLst/>
          </a:prstGeom>
        </p:spPr>
        <p:txBody>
          <a:bodyPr wrap="square" lIns="104212" tIns="52105" rIns="104212" bIns="52105" anchor="ctr">
            <a:spAutoFit/>
          </a:bodyPr>
          <a:lstStyle>
            <a:defPPr>
              <a:defRPr lang="zh-TW"/>
            </a:defPPr>
            <a:lvl1pPr marL="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600" b="1" dirty="0">
                <a:solidFill>
                  <a:schemeClr val="bg1"/>
                </a:solidFill>
                <a:latin typeface="+mn-lt"/>
              </a:rPr>
              <a:t>Inventec Confidential</a:t>
            </a:r>
          </a:p>
        </p:txBody>
      </p:sp>
    </p:spTree>
    <p:extLst>
      <p:ext uri="{BB962C8B-B14F-4D97-AF65-F5344CB8AC3E}">
        <p14:creationId xmlns:p14="http://schemas.microsoft.com/office/powerpoint/2010/main" val="594751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34" userDrawn="1">
          <p15:clr>
            <a:srgbClr val="FBAE40"/>
          </p15:clr>
        </p15:guide>
        <p15:guide id="3" orient="horz" pos="57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CE8B3D4-C86F-BBC3-89E1-D73FFA7790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7186" y="6358467"/>
            <a:ext cx="1270928" cy="203922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2DF30F08-545B-C431-DE01-9154D15E0151}"/>
              </a:ext>
            </a:extLst>
          </p:cNvPr>
          <p:cNvSpPr txBox="1">
            <a:spLocks/>
          </p:cNvSpPr>
          <p:nvPr userDrawn="1"/>
        </p:nvSpPr>
        <p:spPr>
          <a:xfrm>
            <a:off x="289167" y="9660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kumimoji="1" lang="zh-TW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04BBB316-4CF5-7A42-CE55-64AE74C7995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289164" y="1065600"/>
            <a:ext cx="5200222" cy="338138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000">
                <a:solidFill>
                  <a:schemeClr val="tx1"/>
                </a:solidFill>
                <a:latin typeface="+mn-lt"/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zh-TW" dirty="0"/>
              <a:t>Subtitle text goes here sentence case 18 pts</a:t>
            </a:r>
            <a:endParaRPr kumimoji="1" lang="zh-TW" altLang="en-US" dirty="0"/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D8692288-9E9D-3666-482D-7E0D7368C4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167" y="500400"/>
            <a:ext cx="8087189" cy="539302"/>
          </a:xfrm>
        </p:spPr>
        <p:txBody>
          <a:bodyPr>
            <a:norm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kumimoji="1" lang="en-US" altLang="zh-TW" dirty="0"/>
              <a:t>Title Here in 32 pts</a:t>
            </a:r>
            <a:endParaRPr kumimoji="1"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E039F28-5202-1ABB-6BBF-EE8FFFA2D75F}"/>
              </a:ext>
            </a:extLst>
          </p:cNvPr>
          <p:cNvSpPr/>
          <p:nvPr userDrawn="1"/>
        </p:nvSpPr>
        <p:spPr>
          <a:xfrm>
            <a:off x="9273875" y="6369340"/>
            <a:ext cx="2344368" cy="351449"/>
          </a:xfrm>
          <a:prstGeom prst="rect">
            <a:avLst/>
          </a:prstGeom>
        </p:spPr>
        <p:txBody>
          <a:bodyPr wrap="square" lIns="104212" tIns="52105" rIns="104212" bIns="52105" anchor="ctr">
            <a:spAutoFit/>
          </a:bodyPr>
          <a:lstStyle>
            <a:defPPr>
              <a:defRPr lang="zh-TW"/>
            </a:defPPr>
            <a:lvl1pPr marL="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600" b="1" dirty="0">
                <a:solidFill>
                  <a:schemeClr val="bg1"/>
                </a:solidFill>
                <a:latin typeface="+mn-lt"/>
              </a:rPr>
              <a:t>Inventec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04732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953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19E3D53-B74E-3F87-9096-65B844C40D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7186" y="6358467"/>
            <a:ext cx="1270928" cy="203922"/>
          </a:xfrm>
          <a:prstGeom prst="rect">
            <a:avLst/>
          </a:prstGeom>
        </p:spPr>
      </p:pic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A4AF423A-9560-B041-4458-72264C9AA0A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89164" y="1680965"/>
            <a:ext cx="5477455" cy="4719638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  <a:latin typeface="+mn-lt"/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zh-TW" dirty="0"/>
              <a:t>Body text goes here in sentence case 14 pts</a:t>
            </a:r>
          </a:p>
        </p:txBody>
      </p:sp>
      <p:sp>
        <p:nvSpPr>
          <p:cNvPr id="6" name="圖片版面配置區 2">
            <a:extLst>
              <a:ext uri="{FF2B5EF4-FFF2-40B4-BE49-F238E27FC236}">
                <a16:creationId xmlns:a16="http://schemas.microsoft.com/office/drawing/2014/main" id="{B9413BDB-F6AC-EDC8-ABD6-97E55D0CA78B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275388" y="1680965"/>
            <a:ext cx="5627445" cy="4719639"/>
          </a:xfrm>
        </p:spPr>
        <p:txBody>
          <a:bodyPr/>
          <a:lstStyle>
            <a:lvl1pPr marL="0" indent="0">
              <a:buNone/>
              <a:defRPr sz="3200" b="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en-US" altLang="zh-TW" dirty="0"/>
              <a:t>Picture</a:t>
            </a:r>
            <a:endParaRPr kumimoji="1" lang="zh-TW" altLang="en-US" dirty="0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1EF43EE3-48F9-F2EF-B233-486E0A8D62A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289164" y="1065600"/>
            <a:ext cx="5200222" cy="338138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000">
                <a:solidFill>
                  <a:schemeClr val="tx1"/>
                </a:solidFill>
                <a:latin typeface="+mn-lt"/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zh-TW" dirty="0"/>
              <a:t>Subtitle text goes here sentence case 18 pts</a:t>
            </a:r>
            <a:endParaRPr kumimoji="1" lang="zh-TW" altLang="en-US" dirty="0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47736AA5-7212-1FA9-2DF2-89B427D122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167" y="500400"/>
            <a:ext cx="8087189" cy="539302"/>
          </a:xfrm>
        </p:spPr>
        <p:txBody>
          <a:bodyPr>
            <a:norm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kumimoji="1" lang="en-US" altLang="zh-TW" dirty="0"/>
              <a:t>Title Here in 32 pts</a:t>
            </a:r>
            <a:endParaRPr kumimoji="1"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D0791EB-853C-D9CA-80E7-4A0FCD898615}"/>
              </a:ext>
            </a:extLst>
          </p:cNvPr>
          <p:cNvSpPr/>
          <p:nvPr userDrawn="1"/>
        </p:nvSpPr>
        <p:spPr>
          <a:xfrm>
            <a:off x="9273875" y="6369340"/>
            <a:ext cx="2344368" cy="351449"/>
          </a:xfrm>
          <a:prstGeom prst="rect">
            <a:avLst/>
          </a:prstGeom>
        </p:spPr>
        <p:txBody>
          <a:bodyPr wrap="square" lIns="104212" tIns="52105" rIns="104212" bIns="52105" anchor="ctr">
            <a:spAutoFit/>
          </a:bodyPr>
          <a:lstStyle>
            <a:defPPr>
              <a:defRPr lang="zh-TW"/>
            </a:defPPr>
            <a:lvl1pPr marL="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600" b="1" dirty="0">
                <a:solidFill>
                  <a:schemeClr val="bg1"/>
                </a:solidFill>
                <a:latin typeface="+mn-lt"/>
              </a:rPr>
              <a:t>Inventec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69328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953" userDrawn="1">
          <p15:clr>
            <a:srgbClr val="FBAE40"/>
          </p15:clr>
        </p15:guide>
        <p15:guide id="4" orient="horz" pos="1094" userDrawn="1">
          <p15:clr>
            <a:srgbClr val="FBAE40"/>
          </p15:clr>
        </p15:guide>
        <p15:guide id="5" pos="23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252CDB6B-5232-B3AA-CFFE-F0D4B2FE5F9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7186" y="6358467"/>
            <a:ext cx="1270928" cy="203922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677EB69A-C577-B494-F859-6ADC247DAD3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9663" y="4921200"/>
            <a:ext cx="2762526" cy="246221"/>
          </a:xfrm>
        </p:spPr>
        <p:txBody>
          <a:bodyPr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tx1"/>
                </a:solidFill>
                <a:latin typeface="+mn-lt"/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zh-TW" dirty="0"/>
              <a:t>Body text goes here in 12 pts</a:t>
            </a:r>
            <a:endParaRPr kumimoji="1" lang="zh-TW" altLang="en-US" dirty="0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46C8C9D7-A628-63AC-272D-5CC25DC532DF}"/>
              </a:ext>
            </a:extLst>
          </p:cNvPr>
          <p:cNvSpPr txBox="1">
            <a:spLocks/>
          </p:cNvSpPr>
          <p:nvPr userDrawn="1"/>
        </p:nvSpPr>
        <p:spPr>
          <a:xfrm>
            <a:off x="289167" y="966067"/>
            <a:ext cx="580683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kumimoji="1" lang="zh-TW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圖片版面配置區 2">
            <a:extLst>
              <a:ext uri="{FF2B5EF4-FFF2-40B4-BE49-F238E27FC236}">
                <a16:creationId xmlns:a16="http://schemas.microsoft.com/office/drawing/2014/main" id="{73309F9C-94A8-8450-14F6-74AA22F29197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407988" y="1659600"/>
            <a:ext cx="3670327" cy="3017931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TW" dirty="0"/>
              <a:t>Picture</a:t>
            </a:r>
            <a:endParaRPr kumimoji="1" lang="zh-TW" altLang="en-US" dirty="0"/>
          </a:p>
          <a:p>
            <a:endParaRPr kumimoji="1" lang="zh-TW" altLang="en-US" dirty="0"/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56C46E46-9EF3-1ABF-7C87-53C179077416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751922" y="4921200"/>
            <a:ext cx="2762526" cy="246221"/>
          </a:xfrm>
        </p:spPr>
        <p:txBody>
          <a:bodyPr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tx1"/>
                </a:solidFill>
                <a:latin typeface="+mn-lt"/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zh-TW" dirty="0"/>
              <a:t>Body text goes here in 12 pts</a:t>
            </a:r>
            <a:endParaRPr kumimoji="1" lang="zh-TW" altLang="en-US" dirty="0"/>
          </a:p>
        </p:txBody>
      </p:sp>
      <p:sp>
        <p:nvSpPr>
          <p:cNvPr id="12" name="圖片版面配置區 2">
            <a:extLst>
              <a:ext uri="{FF2B5EF4-FFF2-40B4-BE49-F238E27FC236}">
                <a16:creationId xmlns:a16="http://schemas.microsoft.com/office/drawing/2014/main" id="{A2839C86-C58E-DA2B-1217-D9FF3E1C7C75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4320247" y="1659600"/>
            <a:ext cx="3670327" cy="3017931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TW" dirty="0"/>
              <a:t>Picture</a:t>
            </a:r>
            <a:endParaRPr kumimoji="1" lang="zh-TW" altLang="en-US" dirty="0"/>
          </a:p>
          <a:p>
            <a:endParaRPr kumimoji="1" lang="zh-TW" altLang="en-US" dirty="0"/>
          </a:p>
        </p:txBody>
      </p:sp>
      <p:sp>
        <p:nvSpPr>
          <p:cNvPr id="15" name="內容版面配置區 2">
            <a:extLst>
              <a:ext uri="{FF2B5EF4-FFF2-40B4-BE49-F238E27FC236}">
                <a16:creationId xmlns:a16="http://schemas.microsoft.com/office/drawing/2014/main" id="{66BCF772-7812-F8DE-5D07-AC08A41E8108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664181" y="4921200"/>
            <a:ext cx="2762526" cy="246221"/>
          </a:xfrm>
        </p:spPr>
        <p:txBody>
          <a:bodyPr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tx1"/>
                </a:solidFill>
                <a:latin typeface="+mn-lt"/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zh-TW" dirty="0"/>
              <a:t>Body text goes here in 12 pts</a:t>
            </a:r>
            <a:endParaRPr kumimoji="1" lang="zh-TW" altLang="en-US" dirty="0"/>
          </a:p>
        </p:txBody>
      </p:sp>
      <p:sp>
        <p:nvSpPr>
          <p:cNvPr id="16" name="圖片版面配置區 2">
            <a:extLst>
              <a:ext uri="{FF2B5EF4-FFF2-40B4-BE49-F238E27FC236}">
                <a16:creationId xmlns:a16="http://schemas.microsoft.com/office/drawing/2014/main" id="{38C901DB-F9B3-5653-E6E8-66334A0F162B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8232506" y="1659600"/>
            <a:ext cx="3670327" cy="3017931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TW" dirty="0"/>
              <a:t>Picture</a:t>
            </a:r>
            <a:endParaRPr kumimoji="1" lang="zh-TW" altLang="en-US" dirty="0"/>
          </a:p>
        </p:txBody>
      </p:sp>
      <p:sp>
        <p:nvSpPr>
          <p:cNvPr id="17" name="標題 1">
            <a:extLst>
              <a:ext uri="{FF2B5EF4-FFF2-40B4-BE49-F238E27FC236}">
                <a16:creationId xmlns:a16="http://schemas.microsoft.com/office/drawing/2014/main" id="{43DE9539-B8EB-6918-ED7E-E9A5CCF4D9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406" y="500400"/>
            <a:ext cx="8087189" cy="539302"/>
          </a:xfrm>
        </p:spPr>
        <p:txBody>
          <a:bodyPr>
            <a:normAutofit/>
          </a:bodyPr>
          <a:lstStyle>
            <a:lvl1pPr algn="ctr">
              <a:defRPr sz="3200" b="0">
                <a:solidFill>
                  <a:schemeClr val="bg1"/>
                </a:solidFill>
              </a:defRPr>
            </a:lvl1pPr>
          </a:lstStyle>
          <a:p>
            <a:r>
              <a:rPr kumimoji="1" lang="en-US" altLang="zh-TW" dirty="0"/>
              <a:t>Title Here in 32 pts</a:t>
            </a:r>
            <a:endParaRPr kumimoji="1"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0EDEB5B-71DB-C9A9-7309-C803BF58FE7B}"/>
              </a:ext>
            </a:extLst>
          </p:cNvPr>
          <p:cNvSpPr/>
          <p:nvPr userDrawn="1"/>
        </p:nvSpPr>
        <p:spPr>
          <a:xfrm>
            <a:off x="9273875" y="6369340"/>
            <a:ext cx="2344368" cy="351449"/>
          </a:xfrm>
          <a:prstGeom prst="rect">
            <a:avLst/>
          </a:prstGeom>
        </p:spPr>
        <p:txBody>
          <a:bodyPr wrap="square" lIns="104212" tIns="52105" rIns="104212" bIns="52105" anchor="ctr">
            <a:spAutoFit/>
          </a:bodyPr>
          <a:lstStyle>
            <a:defPPr>
              <a:defRPr lang="zh-TW"/>
            </a:defPPr>
            <a:lvl1pPr marL="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600" b="1" dirty="0">
                <a:solidFill>
                  <a:schemeClr val="bg1"/>
                </a:solidFill>
                <a:latin typeface="+mn-lt"/>
              </a:rPr>
              <a:t>Inventec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89762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953" userDrawn="1">
          <p15:clr>
            <a:srgbClr val="FBAE40"/>
          </p15:clr>
        </p15:guide>
        <p15:guide id="4" orient="horz" pos="109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E9365ECA-787D-DBB4-AE7E-5E4E9EE0C2D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7186" y="6358467"/>
            <a:ext cx="1270928" cy="203922"/>
          </a:xfrm>
          <a:prstGeom prst="rect">
            <a:avLst/>
          </a:prstGeom>
        </p:spPr>
      </p:pic>
      <p:sp>
        <p:nvSpPr>
          <p:cNvPr id="17" name="標題 1">
            <a:extLst>
              <a:ext uri="{FF2B5EF4-FFF2-40B4-BE49-F238E27FC236}">
                <a16:creationId xmlns:a16="http://schemas.microsoft.com/office/drawing/2014/main" id="{2EF574ED-7418-EC2E-D8EC-43A93A20B0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406" y="500400"/>
            <a:ext cx="8087189" cy="539302"/>
          </a:xfrm>
        </p:spPr>
        <p:txBody>
          <a:bodyPr>
            <a:normAutofit/>
          </a:bodyPr>
          <a:lstStyle>
            <a:lvl1pPr algn="ctr">
              <a:defRPr sz="3200" b="0">
                <a:solidFill>
                  <a:schemeClr val="bg1"/>
                </a:solidFill>
              </a:defRPr>
            </a:lvl1pPr>
          </a:lstStyle>
          <a:p>
            <a:r>
              <a:rPr kumimoji="1" lang="en-US" altLang="zh-TW" dirty="0"/>
              <a:t>Title Here in 32 pts</a:t>
            </a:r>
            <a:endParaRPr kumimoji="1"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B3B8DBA-36F4-FD82-B6C2-F30A93CDF3B8}"/>
              </a:ext>
            </a:extLst>
          </p:cNvPr>
          <p:cNvSpPr/>
          <p:nvPr userDrawn="1"/>
        </p:nvSpPr>
        <p:spPr>
          <a:xfrm>
            <a:off x="9273875" y="6369340"/>
            <a:ext cx="2344368" cy="351449"/>
          </a:xfrm>
          <a:prstGeom prst="rect">
            <a:avLst/>
          </a:prstGeom>
        </p:spPr>
        <p:txBody>
          <a:bodyPr wrap="square" lIns="104212" tIns="52105" rIns="104212" bIns="52105" anchor="ctr">
            <a:spAutoFit/>
          </a:bodyPr>
          <a:lstStyle>
            <a:defPPr>
              <a:defRPr lang="zh-TW"/>
            </a:defPPr>
            <a:lvl1pPr marL="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600" b="1" dirty="0">
                <a:solidFill>
                  <a:schemeClr val="bg1"/>
                </a:solidFill>
                <a:latin typeface="+mn-lt"/>
              </a:rPr>
              <a:t>Inventec Confidential</a:t>
            </a:r>
          </a:p>
        </p:txBody>
      </p:sp>
    </p:spTree>
    <p:extLst>
      <p:ext uri="{BB962C8B-B14F-4D97-AF65-F5344CB8AC3E}">
        <p14:creationId xmlns:p14="http://schemas.microsoft.com/office/powerpoint/2010/main" val="4228249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953" userDrawn="1">
          <p15:clr>
            <a:srgbClr val="FBAE40"/>
          </p15:clr>
        </p15:guide>
        <p15:guide id="4" orient="horz" pos="1094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A8A707B3-B18F-A8AF-FFCE-13D3C6893D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9064" y="6448875"/>
            <a:ext cx="1213869" cy="194767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40090582-9308-F301-ABF7-B8199330FF55}"/>
              </a:ext>
            </a:extLst>
          </p:cNvPr>
          <p:cNvSpPr txBox="1"/>
          <p:nvPr userDrawn="1"/>
        </p:nvSpPr>
        <p:spPr>
          <a:xfrm>
            <a:off x="0" y="3471169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5400" b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</a:t>
            </a:r>
            <a:endParaRPr kumimoji="1" lang="zh-TW" altLang="en-US" sz="5400" b="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386A393-78B9-F568-7F5D-8762A5F77D46}"/>
              </a:ext>
            </a:extLst>
          </p:cNvPr>
          <p:cNvSpPr/>
          <p:nvPr userDrawn="1"/>
        </p:nvSpPr>
        <p:spPr>
          <a:xfrm>
            <a:off x="9273875" y="6369340"/>
            <a:ext cx="2344368" cy="351449"/>
          </a:xfrm>
          <a:prstGeom prst="rect">
            <a:avLst/>
          </a:prstGeom>
        </p:spPr>
        <p:txBody>
          <a:bodyPr wrap="square" lIns="104212" tIns="52105" rIns="104212" bIns="52105" anchor="ctr">
            <a:spAutoFit/>
          </a:bodyPr>
          <a:lstStyle>
            <a:defPPr>
              <a:defRPr lang="zh-TW"/>
            </a:defPPr>
            <a:lvl1pPr marL="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600" b="1" dirty="0">
                <a:solidFill>
                  <a:schemeClr val="bg1"/>
                </a:solidFill>
                <a:latin typeface="+mn-lt"/>
              </a:rPr>
              <a:t>Inventec Confidential</a:t>
            </a:r>
          </a:p>
        </p:txBody>
      </p:sp>
    </p:spTree>
    <p:extLst>
      <p:ext uri="{BB962C8B-B14F-4D97-AF65-F5344CB8AC3E}">
        <p14:creationId xmlns:p14="http://schemas.microsoft.com/office/powerpoint/2010/main" val="397358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411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A68D141-6FB3-C14D-909A-1FD930372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4E74860-9090-3CC7-A9EF-54C895D55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8" name="投影片編號版面配置區 3">
            <a:extLst>
              <a:ext uri="{FF2B5EF4-FFF2-40B4-BE49-F238E27FC236}">
                <a16:creationId xmlns:a16="http://schemas.microsoft.com/office/drawing/2014/main" id="{163479C2-8FD4-9911-656F-70242202AED2}"/>
              </a:ext>
            </a:extLst>
          </p:cNvPr>
          <p:cNvSpPr txBox="1">
            <a:spLocks/>
          </p:cNvSpPr>
          <p:nvPr userDrawn="1"/>
        </p:nvSpPr>
        <p:spPr>
          <a:xfrm>
            <a:off x="9145743" y="641697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A79470-A3CB-AF40-9AD8-B894099B80EC}" type="slidenum">
              <a:rPr kumimoji="1" lang="zh-TW" altLang="en-US" sz="1000" smtClean="0">
                <a:solidFill>
                  <a:schemeClr val="tx1"/>
                </a:solidFill>
                <a:latin typeface="+mn-lt"/>
              </a:rPr>
              <a:pPr algn="r"/>
              <a:t>‹#›</a:t>
            </a:fld>
            <a:endParaRPr kumimoji="1" lang="zh-TW" altLang="en-US" sz="10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68011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3" r:id="rId2"/>
    <p:sldLayoutId id="2147483651" r:id="rId3"/>
    <p:sldLayoutId id="2147483665" r:id="rId4"/>
    <p:sldLayoutId id="2147483652" r:id="rId5"/>
    <p:sldLayoutId id="2147483671" r:id="rId6"/>
    <p:sldLayoutId id="2147483673" r:id="rId7"/>
    <p:sldLayoutId id="2147483675" r:id="rId8"/>
    <p:sldLayoutId id="2147483678" r:id="rId9"/>
    <p:sldLayoutId id="2147483649" r:id="rId10"/>
    <p:sldLayoutId id="214748370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413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A68D141-6FB3-C14D-909A-1FD930372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4E74860-9090-3CC7-A9EF-54C895D55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8" name="投影片編號版面配置區 3">
            <a:extLst>
              <a:ext uri="{FF2B5EF4-FFF2-40B4-BE49-F238E27FC236}">
                <a16:creationId xmlns:a16="http://schemas.microsoft.com/office/drawing/2014/main" id="{163479C2-8FD4-9911-656F-70242202AED2}"/>
              </a:ext>
            </a:extLst>
          </p:cNvPr>
          <p:cNvSpPr txBox="1">
            <a:spLocks/>
          </p:cNvSpPr>
          <p:nvPr userDrawn="1"/>
        </p:nvSpPr>
        <p:spPr>
          <a:xfrm>
            <a:off x="9145743" y="641697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A79470-A3CB-AF40-9AD8-B894099B80EC}" type="slidenum">
              <a:rPr kumimoji="1" lang="zh-TW" altLang="en-US" sz="1000" smtClean="0">
                <a:solidFill>
                  <a:schemeClr val="tx1"/>
                </a:solidFill>
                <a:latin typeface="+mn-lt"/>
              </a:rPr>
              <a:pPr algn="r"/>
              <a:t>‹#›</a:t>
            </a:fld>
            <a:endParaRPr kumimoji="1" lang="zh-TW" altLang="en-US" sz="10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92846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7" r:id="rId2"/>
    <p:sldLayoutId id="2147483696" r:id="rId3"/>
    <p:sldLayoutId id="2147483698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41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jpg"/><Relationship Id="rId10" Type="http://schemas.openxmlformats.org/officeDocument/2006/relationships/image" Target="../media/image30.png"/><Relationship Id="rId4" Type="http://schemas.openxmlformats.org/officeDocument/2006/relationships/image" Target="../media/image24.sv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AA201-CD46-CB18-3812-5B73D610E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F766815-EF2E-059A-623A-101DC47E27E5}"/>
              </a:ext>
            </a:extLst>
          </p:cNvPr>
          <p:cNvSpPr/>
          <p:nvPr/>
        </p:nvSpPr>
        <p:spPr>
          <a:xfrm>
            <a:off x="0" y="1923891"/>
            <a:ext cx="12169122" cy="111317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l"/>
            <a:endParaRPr lang="zh-TW" altLang="en-US" dirty="0"/>
          </a:p>
        </p:txBody>
      </p:sp>
      <p:sp>
        <p:nvSpPr>
          <p:cNvPr id="1046" name="矩形 1045">
            <a:extLst>
              <a:ext uri="{FF2B5EF4-FFF2-40B4-BE49-F238E27FC236}">
                <a16:creationId xmlns:a16="http://schemas.microsoft.com/office/drawing/2014/main" id="{72B4AC36-60FD-AF3E-E44F-31AD720E078E}"/>
              </a:ext>
            </a:extLst>
          </p:cNvPr>
          <p:cNvSpPr/>
          <p:nvPr/>
        </p:nvSpPr>
        <p:spPr>
          <a:xfrm>
            <a:off x="379999" y="8492826"/>
            <a:ext cx="11500747" cy="25724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zh-TW" altLang="en-US"/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54778C71-BD1D-B07A-C311-B962F854FBF2}"/>
              </a:ext>
            </a:extLst>
          </p:cNvPr>
          <p:cNvSpPr/>
          <p:nvPr/>
        </p:nvSpPr>
        <p:spPr>
          <a:xfrm>
            <a:off x="367192" y="5862901"/>
            <a:ext cx="11513554" cy="25119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zh-TW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B4981AC1-6D0D-9F97-B317-7FD945558EB3}"/>
              </a:ext>
            </a:extLst>
          </p:cNvPr>
          <p:cNvSpPr/>
          <p:nvPr/>
        </p:nvSpPr>
        <p:spPr>
          <a:xfrm>
            <a:off x="2504652" y="2306209"/>
            <a:ext cx="9307349" cy="34064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zh-TW" altLang="en-US"/>
          </a:p>
        </p:txBody>
      </p:sp>
      <p:sp>
        <p:nvSpPr>
          <p:cNvPr id="11" name="內容版面配置區 40">
            <a:extLst>
              <a:ext uri="{FF2B5EF4-FFF2-40B4-BE49-F238E27FC236}">
                <a16:creationId xmlns:a16="http://schemas.microsoft.com/office/drawing/2014/main" id="{C038B85E-24B3-D27C-EACE-DD39A232A015}"/>
              </a:ext>
            </a:extLst>
          </p:cNvPr>
          <p:cNvSpPr txBox="1">
            <a:spLocks/>
          </p:cNvSpPr>
          <p:nvPr/>
        </p:nvSpPr>
        <p:spPr>
          <a:xfrm>
            <a:off x="5670212" y="632778"/>
            <a:ext cx="5200222" cy="3381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b="1" dirty="0">
                <a:latin typeface="+mj-ea"/>
                <a:ea typeface="+mj-ea"/>
              </a:rPr>
              <a:t>E-Learning</a:t>
            </a:r>
            <a:r>
              <a:rPr lang="zh-TW" altLang="en-US" b="1" dirty="0">
                <a:latin typeface="+mj-ea"/>
                <a:ea typeface="+mj-ea"/>
              </a:rPr>
              <a:t>介面說明</a:t>
            </a:r>
            <a:r>
              <a:rPr lang="en-US" altLang="zh-TW" b="1" dirty="0">
                <a:latin typeface="+mj-ea"/>
                <a:ea typeface="+mj-ea"/>
              </a:rPr>
              <a:t>&amp;</a:t>
            </a:r>
            <a:r>
              <a:rPr lang="zh-TW" altLang="en-US" b="1" dirty="0">
                <a:latin typeface="+mj-ea"/>
                <a:ea typeface="+mj-ea"/>
              </a:rPr>
              <a:t>藍圖查詢步驟</a:t>
            </a:r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105212A2-D6E2-69C0-74E5-D203BCF0A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167" y="500400"/>
            <a:ext cx="8087189" cy="539302"/>
          </a:xfrm>
        </p:spPr>
        <p:txBody>
          <a:bodyPr/>
          <a:lstStyle/>
          <a:p>
            <a:r>
              <a:rPr lang="en-US" altLang="zh-TW" b="1" dirty="0"/>
              <a:t>E-Learning</a:t>
            </a:r>
            <a:r>
              <a:rPr lang="zh-TW" altLang="en-US" b="1" dirty="0"/>
              <a:t>數位學習平台藍圖</a:t>
            </a:r>
          </a:p>
        </p:txBody>
      </p:sp>
      <p:sp>
        <p:nvSpPr>
          <p:cNvPr id="13" name="標題 1">
            <a:extLst>
              <a:ext uri="{FF2B5EF4-FFF2-40B4-BE49-F238E27FC236}">
                <a16:creationId xmlns:a16="http://schemas.microsoft.com/office/drawing/2014/main" id="{06C0EAFD-23FE-E024-ED9C-55E621CBA829}"/>
              </a:ext>
            </a:extLst>
          </p:cNvPr>
          <p:cNvSpPr txBox="1">
            <a:spLocks/>
          </p:cNvSpPr>
          <p:nvPr/>
        </p:nvSpPr>
        <p:spPr>
          <a:xfrm>
            <a:off x="289167" y="998009"/>
            <a:ext cx="10108844" cy="5393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/>
              <a:t>E-Learning_My Learning Passport and Training Roadmap</a:t>
            </a:r>
            <a:endParaRPr lang="zh-TW" altLang="en-US" b="1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F81FE3A-561D-18FE-3379-B3FC72687F4F}"/>
              </a:ext>
            </a:extLst>
          </p:cNvPr>
          <p:cNvSpPr/>
          <p:nvPr/>
        </p:nvSpPr>
        <p:spPr>
          <a:xfrm>
            <a:off x="379999" y="2306898"/>
            <a:ext cx="2010133" cy="3406433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zh-TW" altLang="en-US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86A3E76D-37F0-C500-5000-8554F20FF3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58"/>
          <a:stretch/>
        </p:blipFill>
        <p:spPr>
          <a:xfrm>
            <a:off x="451416" y="2845379"/>
            <a:ext cx="1593697" cy="1665396"/>
          </a:xfrm>
          <a:prstGeom prst="rect">
            <a:avLst/>
          </a:prstGeom>
        </p:spPr>
      </p:pic>
      <p:sp>
        <p:nvSpPr>
          <p:cNvPr id="18" name="橢圓 17">
            <a:extLst>
              <a:ext uri="{FF2B5EF4-FFF2-40B4-BE49-F238E27FC236}">
                <a16:creationId xmlns:a16="http://schemas.microsoft.com/office/drawing/2014/main" id="{4BBC94E7-080C-579E-1572-A48711AF0C54}"/>
              </a:ext>
            </a:extLst>
          </p:cNvPr>
          <p:cNvSpPr/>
          <p:nvPr/>
        </p:nvSpPr>
        <p:spPr>
          <a:xfrm>
            <a:off x="348857" y="2083362"/>
            <a:ext cx="720000" cy="720000"/>
          </a:xfrm>
          <a:prstGeom prst="ellipse">
            <a:avLst/>
          </a:prstGeom>
          <a:solidFill>
            <a:srgbClr val="FFC000"/>
          </a:solidFill>
        </p:spPr>
        <p:txBody>
          <a:bodyPr wrap="square" lIns="0" tIns="0" rIns="0" bIns="0" rtlCol="0" anchor="ctr"/>
          <a:lstStyle/>
          <a:p>
            <a:pPr algn="l"/>
            <a:endParaRPr lang="zh-TW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3FB1A99-4B0B-B9DB-D0B3-5CE61EE0F359}"/>
              </a:ext>
            </a:extLst>
          </p:cNvPr>
          <p:cNvSpPr/>
          <p:nvPr/>
        </p:nvSpPr>
        <p:spPr>
          <a:xfrm>
            <a:off x="784722" y="3500474"/>
            <a:ext cx="1199495" cy="32078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C78F02F3-619D-E924-873C-A22CEE8DB7B9}"/>
              </a:ext>
            </a:extLst>
          </p:cNvPr>
          <p:cNvSpPr txBox="1"/>
          <p:nvPr/>
        </p:nvSpPr>
        <p:spPr>
          <a:xfrm>
            <a:off x="464016" y="3826958"/>
            <a:ext cx="1935145" cy="656462"/>
          </a:xfrm>
          <a:prstGeom prst="rect">
            <a:avLst/>
          </a:prstGeom>
          <a:solidFill>
            <a:srgbClr val="D90012"/>
          </a:solidFill>
          <a:ln>
            <a:noFill/>
          </a:ln>
        </p:spPr>
        <p:txBody>
          <a:bodyPr wrap="none" rtlCol="0">
            <a:spAutoFit/>
          </a:bodyPr>
          <a:lstStyle/>
          <a:p>
            <a:pPr defTabSz="503194">
              <a:lnSpc>
                <a:spcPct val="120000"/>
              </a:lnSpc>
            </a:pPr>
            <a:r>
              <a:rPr lang="en-US" altLang="zh-TW" sz="105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Choose Personal Setting</a:t>
            </a:r>
          </a:p>
          <a:p>
            <a:pPr defTabSz="503194">
              <a:lnSpc>
                <a:spcPct val="120000"/>
              </a:lnSpc>
            </a:pPr>
            <a:r>
              <a:rPr lang="en-US" altLang="zh-TW" sz="105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Change Language</a:t>
            </a:r>
          </a:p>
          <a:p>
            <a:pPr defTabSz="503194">
              <a:lnSpc>
                <a:spcPct val="120000"/>
              </a:lnSpc>
            </a:pPr>
            <a:r>
              <a:rPr lang="zh-TW" altLang="en-US" sz="105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若需更換語言可於此步驟設定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9C7AE78-CAEF-CB35-C638-F4B471C9A019}"/>
              </a:ext>
            </a:extLst>
          </p:cNvPr>
          <p:cNvSpPr/>
          <p:nvPr/>
        </p:nvSpPr>
        <p:spPr>
          <a:xfrm>
            <a:off x="784723" y="2928861"/>
            <a:ext cx="718030" cy="31755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zh-TW" altLang="en-US"/>
          </a:p>
        </p:txBody>
      </p:sp>
      <p:pic>
        <p:nvPicPr>
          <p:cNvPr id="31" name="圖形 30" descr="驚嘆號 以實心填滿">
            <a:extLst>
              <a:ext uri="{FF2B5EF4-FFF2-40B4-BE49-F238E27FC236}">
                <a16:creationId xmlns:a16="http://schemas.microsoft.com/office/drawing/2014/main" id="{BF43380B-FF7C-7A51-04F8-9D24D73B05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490" y="2217739"/>
            <a:ext cx="468000" cy="468000"/>
          </a:xfrm>
          <a:prstGeom prst="rect">
            <a:avLst/>
          </a:prstGeom>
        </p:spPr>
      </p:pic>
      <p:pic>
        <p:nvPicPr>
          <p:cNvPr id="33" name="圖片 32" descr="一張含有 文字, 螢幕擷取畫面, 軟體, 網站 的圖片&#10;&#10;自動產生的描述">
            <a:extLst>
              <a:ext uri="{FF2B5EF4-FFF2-40B4-BE49-F238E27FC236}">
                <a16:creationId xmlns:a16="http://schemas.microsoft.com/office/drawing/2014/main" id="{188176AC-53E0-22C1-5830-74A51313B0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239" b="36060"/>
          <a:stretch/>
        </p:blipFill>
        <p:spPr>
          <a:xfrm>
            <a:off x="2704129" y="2394864"/>
            <a:ext cx="5885981" cy="3219691"/>
          </a:xfrm>
          <a:prstGeom prst="rect">
            <a:avLst/>
          </a:prstGeom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366E78BC-95CC-CFB2-999E-B0992C1B4AC4}"/>
              </a:ext>
            </a:extLst>
          </p:cNvPr>
          <p:cNvSpPr/>
          <p:nvPr/>
        </p:nvSpPr>
        <p:spPr>
          <a:xfrm>
            <a:off x="2644729" y="3140655"/>
            <a:ext cx="1396219" cy="40302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zh-TW" altLang="en-US"/>
          </a:p>
        </p:txBody>
      </p: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2EF9151C-2B73-59D2-E7DF-2130B15DE478}"/>
              </a:ext>
            </a:extLst>
          </p:cNvPr>
          <p:cNvGrpSpPr/>
          <p:nvPr/>
        </p:nvGrpSpPr>
        <p:grpSpPr>
          <a:xfrm>
            <a:off x="4183991" y="3138945"/>
            <a:ext cx="1757771" cy="2169274"/>
            <a:chOff x="1744782" y="2246063"/>
            <a:chExt cx="2057817" cy="2269539"/>
          </a:xfrm>
        </p:grpSpPr>
        <p:pic>
          <p:nvPicPr>
            <p:cNvPr id="37" name="圖片 36">
              <a:extLst>
                <a:ext uri="{FF2B5EF4-FFF2-40B4-BE49-F238E27FC236}">
                  <a16:creationId xmlns:a16="http://schemas.microsoft.com/office/drawing/2014/main" id="{EA53289A-FB34-7FB4-0DEC-CC159409D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b="67118"/>
            <a:stretch/>
          </p:blipFill>
          <p:spPr>
            <a:xfrm>
              <a:off x="1744783" y="2246063"/>
              <a:ext cx="2057816" cy="1335337"/>
            </a:xfrm>
            <a:prstGeom prst="rect">
              <a:avLst/>
            </a:prstGeom>
          </p:spPr>
        </p:pic>
        <p:pic>
          <p:nvPicPr>
            <p:cNvPr id="38" name="圖片 37">
              <a:extLst>
                <a:ext uri="{FF2B5EF4-FFF2-40B4-BE49-F238E27FC236}">
                  <a16:creationId xmlns:a16="http://schemas.microsoft.com/office/drawing/2014/main" id="{69183AE7-2C5C-C060-A689-B70CA6AA77A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44808" b="43238"/>
            <a:stretch/>
          </p:blipFill>
          <p:spPr>
            <a:xfrm>
              <a:off x="1744782" y="3550412"/>
              <a:ext cx="2057816" cy="485465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842A10DC-DC10-02F2-E61C-901BC64CD58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77744" b="8630"/>
            <a:stretch/>
          </p:blipFill>
          <p:spPr>
            <a:xfrm>
              <a:off x="1744782" y="3962220"/>
              <a:ext cx="2057816" cy="553382"/>
            </a:xfrm>
            <a:prstGeom prst="rect">
              <a:avLst/>
            </a:prstGeom>
          </p:spPr>
        </p:pic>
      </p:grpSp>
      <p:sp>
        <p:nvSpPr>
          <p:cNvPr id="42" name="矩形 41">
            <a:extLst>
              <a:ext uri="{FF2B5EF4-FFF2-40B4-BE49-F238E27FC236}">
                <a16:creationId xmlns:a16="http://schemas.microsoft.com/office/drawing/2014/main" id="{5FB0320D-B806-01A3-E7C8-1BCFA4C1E633}"/>
              </a:ext>
            </a:extLst>
          </p:cNvPr>
          <p:cNvSpPr/>
          <p:nvPr/>
        </p:nvSpPr>
        <p:spPr>
          <a:xfrm>
            <a:off x="4262973" y="4808486"/>
            <a:ext cx="1583938" cy="40302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zh-TW" altLang="en-US"/>
          </a:p>
        </p:txBody>
      </p:sp>
      <p:sp>
        <p:nvSpPr>
          <p:cNvPr id="43" name="箭號: 向右 42">
            <a:extLst>
              <a:ext uri="{FF2B5EF4-FFF2-40B4-BE49-F238E27FC236}">
                <a16:creationId xmlns:a16="http://schemas.microsoft.com/office/drawing/2014/main" id="{88D5317E-E022-61AF-D94A-C234BC775F9D}"/>
              </a:ext>
            </a:extLst>
          </p:cNvPr>
          <p:cNvSpPr/>
          <p:nvPr/>
        </p:nvSpPr>
        <p:spPr>
          <a:xfrm>
            <a:off x="4040948" y="3157887"/>
            <a:ext cx="300408" cy="349400"/>
          </a:xfrm>
          <a:prstGeom prst="rightArrow">
            <a:avLst/>
          </a:prstGeom>
          <a:solidFill>
            <a:srgbClr val="D900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937444C7-5721-EA9C-818D-7D71FBAAD669}"/>
              </a:ext>
            </a:extLst>
          </p:cNvPr>
          <p:cNvSpPr txBox="1"/>
          <p:nvPr/>
        </p:nvSpPr>
        <p:spPr>
          <a:xfrm>
            <a:off x="2626003" y="3524519"/>
            <a:ext cx="1454244" cy="276999"/>
          </a:xfrm>
          <a:prstGeom prst="rect">
            <a:avLst/>
          </a:prstGeom>
          <a:solidFill>
            <a:srgbClr val="D90012"/>
          </a:solidFill>
          <a:ln>
            <a:noFill/>
          </a:ln>
        </p:spPr>
        <p:txBody>
          <a:bodyPr wrap="none" rtlCol="0">
            <a:spAutoFit/>
          </a:bodyPr>
          <a:lstStyle/>
          <a:p>
            <a:pPr defTabSz="503194"/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選擇 </a:t>
            </a:r>
            <a:r>
              <a:rPr lang="zh-TW" altLang="en-US" sz="12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我的學習護照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D662FC3A-A4FA-6C66-4E65-2E8651F5E5A0}"/>
              </a:ext>
            </a:extLst>
          </p:cNvPr>
          <p:cNvSpPr txBox="1"/>
          <p:nvPr/>
        </p:nvSpPr>
        <p:spPr>
          <a:xfrm>
            <a:off x="4354990" y="5198920"/>
            <a:ext cx="1146468" cy="276999"/>
          </a:xfrm>
          <a:prstGeom prst="rect">
            <a:avLst/>
          </a:prstGeom>
          <a:solidFill>
            <a:srgbClr val="D90012"/>
          </a:solidFill>
          <a:ln>
            <a:noFill/>
          </a:ln>
        </p:spPr>
        <p:txBody>
          <a:bodyPr wrap="none" rtlCol="0">
            <a:spAutoFit/>
          </a:bodyPr>
          <a:lstStyle/>
          <a:p>
            <a:pPr defTabSz="503194"/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選擇 </a:t>
            </a:r>
            <a:r>
              <a:rPr lang="zh-TW" altLang="en-US" sz="12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訓練藍圖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26BFB8EE-2566-10BE-4FF7-638BC57A1BAF}"/>
              </a:ext>
            </a:extLst>
          </p:cNvPr>
          <p:cNvSpPr/>
          <p:nvPr/>
        </p:nvSpPr>
        <p:spPr>
          <a:xfrm>
            <a:off x="2504652" y="2306209"/>
            <a:ext cx="6136038" cy="3406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/>
            <a:endParaRPr lang="zh-TW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CA43F143-2059-578D-8066-6CA9DAF43B59}"/>
              </a:ext>
            </a:extLst>
          </p:cNvPr>
          <p:cNvSpPr/>
          <p:nvPr/>
        </p:nvSpPr>
        <p:spPr>
          <a:xfrm>
            <a:off x="2626003" y="2394864"/>
            <a:ext cx="465059" cy="393307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zh-TW" altLang="en-US"/>
          </a:p>
        </p:txBody>
      </p:sp>
      <p:sp>
        <p:nvSpPr>
          <p:cNvPr id="77" name="箭號: 向右 76">
            <a:extLst>
              <a:ext uri="{FF2B5EF4-FFF2-40B4-BE49-F238E27FC236}">
                <a16:creationId xmlns:a16="http://schemas.microsoft.com/office/drawing/2014/main" id="{A4E301BD-E1AD-3AED-06A0-7604103F4487}"/>
              </a:ext>
            </a:extLst>
          </p:cNvPr>
          <p:cNvSpPr/>
          <p:nvPr/>
        </p:nvSpPr>
        <p:spPr>
          <a:xfrm rot="5248369">
            <a:off x="2656952" y="2742389"/>
            <a:ext cx="300408" cy="349400"/>
          </a:xfrm>
          <a:prstGeom prst="rightArrow">
            <a:avLst/>
          </a:prstGeom>
          <a:solidFill>
            <a:srgbClr val="D900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5" name="群組 84">
            <a:extLst>
              <a:ext uri="{FF2B5EF4-FFF2-40B4-BE49-F238E27FC236}">
                <a16:creationId xmlns:a16="http://schemas.microsoft.com/office/drawing/2014/main" id="{66F78D07-B188-3816-4D6C-5859E5E075B9}"/>
              </a:ext>
            </a:extLst>
          </p:cNvPr>
          <p:cNvGrpSpPr/>
          <p:nvPr/>
        </p:nvGrpSpPr>
        <p:grpSpPr>
          <a:xfrm>
            <a:off x="8741914" y="2363528"/>
            <a:ext cx="2350153" cy="3076436"/>
            <a:chOff x="1910188" y="1617186"/>
            <a:chExt cx="2350153" cy="3076436"/>
          </a:xfrm>
        </p:grpSpPr>
        <p:pic>
          <p:nvPicPr>
            <p:cNvPr id="87" name="圖片 86">
              <a:extLst>
                <a:ext uri="{FF2B5EF4-FFF2-40B4-BE49-F238E27FC236}">
                  <a16:creationId xmlns:a16="http://schemas.microsoft.com/office/drawing/2014/main" id="{DCEDCF4D-6250-2369-094F-10C9E4ABB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b="49017"/>
            <a:stretch/>
          </p:blipFill>
          <p:spPr>
            <a:xfrm>
              <a:off x="1910188" y="1617186"/>
              <a:ext cx="2340000" cy="2071142"/>
            </a:xfrm>
            <a:prstGeom prst="rect">
              <a:avLst/>
            </a:prstGeom>
          </p:spPr>
        </p:pic>
        <p:pic>
          <p:nvPicPr>
            <p:cNvPr id="88" name="圖片 87">
              <a:extLst>
                <a:ext uri="{FF2B5EF4-FFF2-40B4-BE49-F238E27FC236}">
                  <a16:creationId xmlns:a16="http://schemas.microsoft.com/office/drawing/2014/main" id="{D24C0CD6-E1E9-5CAE-42F8-5952333FE2F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75026"/>
            <a:stretch/>
          </p:blipFill>
          <p:spPr>
            <a:xfrm>
              <a:off x="1920341" y="3679089"/>
              <a:ext cx="2340000" cy="1014533"/>
            </a:xfrm>
            <a:prstGeom prst="rect">
              <a:avLst/>
            </a:prstGeom>
          </p:spPr>
        </p:pic>
      </p:grpSp>
      <p:sp>
        <p:nvSpPr>
          <p:cNvPr id="90" name="矩形 89">
            <a:extLst>
              <a:ext uri="{FF2B5EF4-FFF2-40B4-BE49-F238E27FC236}">
                <a16:creationId xmlns:a16="http://schemas.microsoft.com/office/drawing/2014/main" id="{35896E71-92F1-7260-BB11-FFDFE848087C}"/>
              </a:ext>
            </a:extLst>
          </p:cNvPr>
          <p:cNvSpPr/>
          <p:nvPr/>
        </p:nvSpPr>
        <p:spPr>
          <a:xfrm>
            <a:off x="8778632" y="3396304"/>
            <a:ext cx="1396219" cy="46800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zh-TW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9B01242F-441E-AEFF-5808-7B0EC359BF3D}"/>
              </a:ext>
            </a:extLst>
          </p:cNvPr>
          <p:cNvSpPr/>
          <p:nvPr/>
        </p:nvSpPr>
        <p:spPr>
          <a:xfrm>
            <a:off x="8791429" y="2394864"/>
            <a:ext cx="465059" cy="393307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zh-TW" altLang="en-US"/>
          </a:p>
        </p:txBody>
      </p:sp>
      <p:sp>
        <p:nvSpPr>
          <p:cNvPr id="92" name="箭號: 向右 91">
            <a:extLst>
              <a:ext uri="{FF2B5EF4-FFF2-40B4-BE49-F238E27FC236}">
                <a16:creationId xmlns:a16="http://schemas.microsoft.com/office/drawing/2014/main" id="{A81F24AF-C056-FD91-BAF4-A5DF3ACC4AF3}"/>
              </a:ext>
            </a:extLst>
          </p:cNvPr>
          <p:cNvSpPr/>
          <p:nvPr/>
        </p:nvSpPr>
        <p:spPr>
          <a:xfrm rot="5248369">
            <a:off x="8822378" y="2742389"/>
            <a:ext cx="300408" cy="349400"/>
          </a:xfrm>
          <a:prstGeom prst="rightArrow">
            <a:avLst/>
          </a:prstGeom>
          <a:solidFill>
            <a:srgbClr val="D900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69D7153A-1F5D-E299-BC14-8FFCA4513662}"/>
              </a:ext>
            </a:extLst>
          </p:cNvPr>
          <p:cNvSpPr/>
          <p:nvPr/>
        </p:nvSpPr>
        <p:spPr>
          <a:xfrm>
            <a:off x="7951310" y="2306209"/>
            <a:ext cx="3810323" cy="3406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/>
            <a:endParaRPr lang="zh-TW" altLang="en-US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19838421-BB8A-EDE3-F8EB-7BFCF7612DE5}"/>
              </a:ext>
            </a:extLst>
          </p:cNvPr>
          <p:cNvSpPr/>
          <p:nvPr/>
        </p:nvSpPr>
        <p:spPr>
          <a:xfrm>
            <a:off x="10033070" y="3396304"/>
            <a:ext cx="1583938" cy="468000"/>
          </a:xfrm>
          <a:prstGeom prst="rect">
            <a:avLst/>
          </a:prstGeom>
          <a:solidFill>
            <a:srgbClr val="D90012"/>
          </a:solidFill>
          <a:ln w="381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defTabSz="503194"/>
            <a:r>
              <a:rPr lang="en-US" altLang="zh-TW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Choose</a:t>
            </a:r>
          </a:p>
          <a:p>
            <a:pPr defTabSz="503194"/>
            <a:r>
              <a:rPr lang="en-US" altLang="zh-TW" sz="11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My Learning Passport</a:t>
            </a:r>
            <a:endParaRPr lang="zh-TW" altLang="en-US" sz="11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E6F876D1-A3A7-8D07-F6AF-0188751497D8}"/>
              </a:ext>
            </a:extLst>
          </p:cNvPr>
          <p:cNvSpPr/>
          <p:nvPr/>
        </p:nvSpPr>
        <p:spPr>
          <a:xfrm>
            <a:off x="8956687" y="4632920"/>
            <a:ext cx="1396219" cy="46800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zh-TW" altLang="en-US"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2BB04960-7586-7C82-FB66-2A352117CAA7}"/>
              </a:ext>
            </a:extLst>
          </p:cNvPr>
          <p:cNvSpPr/>
          <p:nvPr/>
        </p:nvSpPr>
        <p:spPr>
          <a:xfrm>
            <a:off x="10211125" y="4632920"/>
            <a:ext cx="1403024" cy="468000"/>
          </a:xfrm>
          <a:prstGeom prst="rect">
            <a:avLst/>
          </a:prstGeom>
          <a:solidFill>
            <a:srgbClr val="D90012"/>
          </a:solidFill>
          <a:ln w="381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defTabSz="503194"/>
            <a:r>
              <a:rPr lang="en-US" altLang="zh-TW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Choose</a:t>
            </a:r>
          </a:p>
          <a:p>
            <a:pPr defTabSz="503194"/>
            <a:r>
              <a:rPr lang="en-US" altLang="zh-TW" sz="11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Training Roadmap</a:t>
            </a:r>
            <a:endParaRPr lang="zh-TW" altLang="en-US" sz="11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79" name="群組 78">
            <a:extLst>
              <a:ext uri="{FF2B5EF4-FFF2-40B4-BE49-F238E27FC236}">
                <a16:creationId xmlns:a16="http://schemas.microsoft.com/office/drawing/2014/main" id="{6F6BF84A-9042-B176-B2CC-8622416F2C69}"/>
              </a:ext>
            </a:extLst>
          </p:cNvPr>
          <p:cNvGrpSpPr/>
          <p:nvPr/>
        </p:nvGrpSpPr>
        <p:grpSpPr>
          <a:xfrm>
            <a:off x="8206820" y="2072729"/>
            <a:ext cx="734293" cy="844360"/>
            <a:chOff x="5500252" y="1447082"/>
            <a:chExt cx="734293" cy="844360"/>
          </a:xfrm>
        </p:grpSpPr>
        <p:sp>
          <p:nvSpPr>
            <p:cNvPr id="81" name="橢圓 80">
              <a:extLst>
                <a:ext uri="{FF2B5EF4-FFF2-40B4-BE49-F238E27FC236}">
                  <a16:creationId xmlns:a16="http://schemas.microsoft.com/office/drawing/2014/main" id="{E1B801F1-1F89-6298-78DD-3A720CD7C349}"/>
                </a:ext>
              </a:extLst>
            </p:cNvPr>
            <p:cNvSpPr/>
            <p:nvPr/>
          </p:nvSpPr>
          <p:spPr>
            <a:xfrm>
              <a:off x="5514545" y="1447082"/>
              <a:ext cx="720000" cy="720000"/>
            </a:xfrm>
            <a:prstGeom prst="ellipse">
              <a:avLst/>
            </a:prstGeom>
            <a:solidFill>
              <a:srgbClr val="FFC000"/>
            </a:solidFill>
          </p:spPr>
          <p:txBody>
            <a:bodyPr wrap="square" lIns="0" tIns="0" rIns="0" bIns="0" rtlCol="0" anchor="ctr"/>
            <a:lstStyle/>
            <a:p>
              <a:pPr algn="l"/>
              <a:endParaRPr lang="zh-TW" altLang="en-US" dirty="0"/>
            </a:p>
          </p:txBody>
        </p:sp>
        <p:sp>
          <p:nvSpPr>
            <p:cNvPr id="83" name="文字方塊 82">
              <a:extLst>
                <a:ext uri="{FF2B5EF4-FFF2-40B4-BE49-F238E27FC236}">
                  <a16:creationId xmlns:a16="http://schemas.microsoft.com/office/drawing/2014/main" id="{F89DD719-73F8-7B7F-4ED8-A1E810243DC6}"/>
                </a:ext>
              </a:extLst>
            </p:cNvPr>
            <p:cNvSpPr txBox="1"/>
            <p:nvPr/>
          </p:nvSpPr>
          <p:spPr>
            <a:xfrm>
              <a:off x="5500252" y="1490639"/>
              <a:ext cx="5681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>
                  <a:latin typeface="+mj-ea"/>
                  <a:ea typeface="+mj-ea"/>
                </a:rPr>
                <a:t>Step</a:t>
              </a:r>
            </a:p>
          </p:txBody>
        </p:sp>
        <p:sp>
          <p:nvSpPr>
            <p:cNvPr id="84" name="文字方塊 83">
              <a:extLst>
                <a:ext uri="{FF2B5EF4-FFF2-40B4-BE49-F238E27FC236}">
                  <a16:creationId xmlns:a16="http://schemas.microsoft.com/office/drawing/2014/main" id="{97C01EF2-4708-3BD6-21B1-B5B19ADFC459}"/>
                </a:ext>
              </a:extLst>
            </p:cNvPr>
            <p:cNvSpPr txBox="1"/>
            <p:nvPr/>
          </p:nvSpPr>
          <p:spPr>
            <a:xfrm>
              <a:off x="5729035" y="1583556"/>
              <a:ext cx="44275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4000" b="1" dirty="0">
                  <a:latin typeface="KaiTi" panose="02010609060101010101" pitchFamily="49" charset="-122"/>
                  <a:ea typeface="KaiTi" panose="02010609060101010101" pitchFamily="49" charset="-122"/>
                </a:rPr>
                <a:t>1</a:t>
              </a:r>
            </a:p>
          </p:txBody>
        </p:sp>
      </p:grpSp>
      <p:pic>
        <p:nvPicPr>
          <p:cNvPr id="102" name="圖片 101">
            <a:extLst>
              <a:ext uri="{FF2B5EF4-FFF2-40B4-BE49-F238E27FC236}">
                <a16:creationId xmlns:a16="http://schemas.microsoft.com/office/drawing/2014/main" id="{37E0A023-54BF-0687-F81B-5EF3C6FC5F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685" y="5946122"/>
            <a:ext cx="5469053" cy="2296292"/>
          </a:xfrm>
          <a:prstGeom prst="rect">
            <a:avLst/>
          </a:prstGeom>
        </p:spPr>
      </p:pic>
      <p:sp>
        <p:nvSpPr>
          <p:cNvPr id="103" name="文字方塊 102">
            <a:extLst>
              <a:ext uri="{FF2B5EF4-FFF2-40B4-BE49-F238E27FC236}">
                <a16:creationId xmlns:a16="http://schemas.microsoft.com/office/drawing/2014/main" id="{07CD537F-389A-C280-874A-98A1B0CA568B}"/>
              </a:ext>
            </a:extLst>
          </p:cNvPr>
          <p:cNvSpPr txBox="1"/>
          <p:nvPr/>
        </p:nvSpPr>
        <p:spPr>
          <a:xfrm>
            <a:off x="1676559" y="6338755"/>
            <a:ext cx="1146468" cy="276999"/>
          </a:xfrm>
          <a:prstGeom prst="rect">
            <a:avLst/>
          </a:prstGeom>
          <a:solidFill>
            <a:srgbClr val="D90012"/>
          </a:solidFill>
          <a:ln>
            <a:noFill/>
          </a:ln>
        </p:spPr>
        <p:txBody>
          <a:bodyPr wrap="none" rtlCol="0">
            <a:spAutoFit/>
          </a:bodyPr>
          <a:lstStyle/>
          <a:p>
            <a:pPr defTabSz="503194"/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選擇 </a:t>
            </a:r>
            <a:r>
              <a:rPr lang="zh-TW" altLang="en-US" sz="12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藍圖種類</a:t>
            </a:r>
            <a:endParaRPr lang="zh-TW" altLang="en-US" sz="1541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FDA48AF8-1040-D095-B3CC-85D727D774A7}"/>
              </a:ext>
            </a:extLst>
          </p:cNvPr>
          <p:cNvSpPr/>
          <p:nvPr/>
        </p:nvSpPr>
        <p:spPr>
          <a:xfrm>
            <a:off x="465806" y="6615754"/>
            <a:ext cx="2603834" cy="442117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zh-TW" altLang="en-US"/>
          </a:p>
        </p:txBody>
      </p:sp>
      <p:sp>
        <p:nvSpPr>
          <p:cNvPr id="105" name="箭號: 向右 104">
            <a:extLst>
              <a:ext uri="{FF2B5EF4-FFF2-40B4-BE49-F238E27FC236}">
                <a16:creationId xmlns:a16="http://schemas.microsoft.com/office/drawing/2014/main" id="{15E2FF6A-CB7D-A3AF-D87F-29CEE127F484}"/>
              </a:ext>
            </a:extLst>
          </p:cNvPr>
          <p:cNvSpPr/>
          <p:nvPr/>
        </p:nvSpPr>
        <p:spPr>
          <a:xfrm rot="5400000">
            <a:off x="2255053" y="7026975"/>
            <a:ext cx="300408" cy="349400"/>
          </a:xfrm>
          <a:prstGeom prst="rightArrow">
            <a:avLst/>
          </a:prstGeom>
          <a:solidFill>
            <a:srgbClr val="D900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54A4D45C-74E7-1F2C-3B2D-D7CF69F7A183}"/>
              </a:ext>
            </a:extLst>
          </p:cNvPr>
          <p:cNvSpPr/>
          <p:nvPr/>
        </p:nvSpPr>
        <p:spPr>
          <a:xfrm>
            <a:off x="1907618" y="7514117"/>
            <a:ext cx="3964719" cy="66648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zh-TW" altLang="en-US"/>
          </a:p>
        </p:txBody>
      </p:sp>
      <p:sp>
        <p:nvSpPr>
          <p:cNvPr id="107" name="文字方塊 106">
            <a:extLst>
              <a:ext uri="{FF2B5EF4-FFF2-40B4-BE49-F238E27FC236}">
                <a16:creationId xmlns:a16="http://schemas.microsoft.com/office/drawing/2014/main" id="{6A6731D5-81E1-025B-67FF-DA26BF9AB3DF}"/>
              </a:ext>
            </a:extLst>
          </p:cNvPr>
          <p:cNvSpPr txBox="1"/>
          <p:nvPr/>
        </p:nvSpPr>
        <p:spPr>
          <a:xfrm>
            <a:off x="4496487" y="7226153"/>
            <a:ext cx="1146468" cy="276999"/>
          </a:xfrm>
          <a:prstGeom prst="rect">
            <a:avLst/>
          </a:prstGeom>
          <a:solidFill>
            <a:srgbClr val="D90012"/>
          </a:solidFill>
          <a:ln>
            <a:noFill/>
          </a:ln>
        </p:spPr>
        <p:txBody>
          <a:bodyPr wrap="none" rtlCol="0">
            <a:spAutoFit/>
          </a:bodyPr>
          <a:lstStyle/>
          <a:p>
            <a:pPr defTabSz="503194"/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選擇 </a:t>
            </a:r>
            <a:r>
              <a:rPr lang="zh-TW" altLang="en-US" sz="12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所屬職級</a:t>
            </a: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AF803B3E-E182-76A5-535A-1E066B8FAFE5}"/>
              </a:ext>
            </a:extLst>
          </p:cNvPr>
          <p:cNvSpPr/>
          <p:nvPr/>
        </p:nvSpPr>
        <p:spPr>
          <a:xfrm>
            <a:off x="367192" y="5862901"/>
            <a:ext cx="5703694" cy="23795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/>
            <a:endParaRPr lang="zh-TW" altLang="en-US"/>
          </a:p>
        </p:txBody>
      </p:sp>
      <p:pic>
        <p:nvPicPr>
          <p:cNvPr id="113" name="圖片 112">
            <a:extLst>
              <a:ext uri="{FF2B5EF4-FFF2-40B4-BE49-F238E27FC236}">
                <a16:creationId xmlns:a16="http://schemas.microsoft.com/office/drawing/2014/main" id="{99F046B5-212E-EAF6-C115-D9698C8E228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48142"/>
          <a:stretch/>
        </p:blipFill>
        <p:spPr>
          <a:xfrm>
            <a:off x="6203975" y="6255874"/>
            <a:ext cx="5543048" cy="1855019"/>
          </a:xfrm>
          <a:prstGeom prst="rect">
            <a:avLst/>
          </a:prstGeom>
        </p:spPr>
      </p:pic>
      <p:sp>
        <p:nvSpPr>
          <p:cNvPr id="114" name="矩形 113">
            <a:extLst>
              <a:ext uri="{FF2B5EF4-FFF2-40B4-BE49-F238E27FC236}">
                <a16:creationId xmlns:a16="http://schemas.microsoft.com/office/drawing/2014/main" id="{55A39A0B-F396-CC73-2415-94B6852A8394}"/>
              </a:ext>
            </a:extLst>
          </p:cNvPr>
          <p:cNvSpPr/>
          <p:nvPr/>
        </p:nvSpPr>
        <p:spPr>
          <a:xfrm>
            <a:off x="6219145" y="6561886"/>
            <a:ext cx="2603834" cy="46800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zh-TW" altLang="en-US"/>
          </a:p>
        </p:txBody>
      </p:sp>
      <p:sp>
        <p:nvSpPr>
          <p:cNvPr id="115" name="箭號: 向右 114">
            <a:extLst>
              <a:ext uri="{FF2B5EF4-FFF2-40B4-BE49-F238E27FC236}">
                <a16:creationId xmlns:a16="http://schemas.microsoft.com/office/drawing/2014/main" id="{475F1E1B-8C06-F3EC-B577-C6C038BCD03B}"/>
              </a:ext>
            </a:extLst>
          </p:cNvPr>
          <p:cNvSpPr/>
          <p:nvPr/>
        </p:nvSpPr>
        <p:spPr>
          <a:xfrm rot="5400000">
            <a:off x="8008392" y="6973107"/>
            <a:ext cx="300408" cy="349400"/>
          </a:xfrm>
          <a:prstGeom prst="rightArrow">
            <a:avLst/>
          </a:prstGeom>
          <a:solidFill>
            <a:srgbClr val="D900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481BE5FC-8BB5-2195-1589-85C962D94318}"/>
              </a:ext>
            </a:extLst>
          </p:cNvPr>
          <p:cNvSpPr/>
          <p:nvPr/>
        </p:nvSpPr>
        <p:spPr>
          <a:xfrm>
            <a:off x="7983896" y="7367192"/>
            <a:ext cx="3824412" cy="66648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zh-TW" altLang="en-US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3FBBB1E5-9CB6-B642-9F92-53DB7D3A9445}"/>
              </a:ext>
            </a:extLst>
          </p:cNvPr>
          <p:cNvSpPr/>
          <p:nvPr/>
        </p:nvSpPr>
        <p:spPr>
          <a:xfrm>
            <a:off x="6123651" y="6146568"/>
            <a:ext cx="5757095" cy="19767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/>
            <a:endParaRPr lang="zh-TW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D7859A5D-30CF-FCF0-2400-F3836EA23457}"/>
              </a:ext>
            </a:extLst>
          </p:cNvPr>
          <p:cNvSpPr/>
          <p:nvPr/>
        </p:nvSpPr>
        <p:spPr>
          <a:xfrm>
            <a:off x="8837272" y="6562044"/>
            <a:ext cx="1583938" cy="468000"/>
          </a:xfrm>
          <a:prstGeom prst="rect">
            <a:avLst/>
          </a:prstGeom>
          <a:solidFill>
            <a:srgbClr val="D90012"/>
          </a:solidFill>
          <a:ln w="381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defTabSz="503194"/>
            <a:r>
              <a:rPr lang="zh-TW" altLang="en-US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Choose</a:t>
            </a:r>
          </a:p>
          <a:p>
            <a:pPr defTabSz="503194"/>
            <a:r>
              <a:rPr lang="zh-TW" altLang="en-US" sz="11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11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IET_</a:t>
            </a:r>
            <a:r>
              <a:rPr lang="zh-TW" altLang="en-US" sz="11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士林總部必修課程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EA80F1EE-6034-F8F8-2B4F-C5133FFE4F88}"/>
              </a:ext>
            </a:extLst>
          </p:cNvPr>
          <p:cNvSpPr/>
          <p:nvPr/>
        </p:nvSpPr>
        <p:spPr>
          <a:xfrm>
            <a:off x="6760561" y="7370286"/>
            <a:ext cx="1223334" cy="663392"/>
          </a:xfrm>
          <a:prstGeom prst="rect">
            <a:avLst/>
          </a:prstGeom>
          <a:solidFill>
            <a:srgbClr val="D90012"/>
          </a:solidFill>
          <a:ln w="381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defTabSz="503194"/>
            <a:r>
              <a:rPr lang="zh-TW" altLang="en-US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11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Choose</a:t>
            </a:r>
          </a:p>
          <a:p>
            <a:pPr defTabSz="503194"/>
            <a:r>
              <a:rPr lang="zh-TW" altLang="en-US" sz="11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11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Your Job grade</a:t>
            </a:r>
            <a:endParaRPr lang="zh-TW" altLang="en-US" sz="11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25" name="圖片 124">
            <a:extLst>
              <a:ext uri="{FF2B5EF4-FFF2-40B4-BE49-F238E27FC236}">
                <a16:creationId xmlns:a16="http://schemas.microsoft.com/office/drawing/2014/main" id="{730F73FD-D215-099A-58DF-88C51DF58C0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322" y="8673371"/>
            <a:ext cx="5469053" cy="2258301"/>
          </a:xfrm>
          <a:prstGeom prst="rect">
            <a:avLst/>
          </a:prstGeom>
        </p:spPr>
      </p:pic>
      <p:sp>
        <p:nvSpPr>
          <p:cNvPr id="126" name="文字方塊 125">
            <a:extLst>
              <a:ext uri="{FF2B5EF4-FFF2-40B4-BE49-F238E27FC236}">
                <a16:creationId xmlns:a16="http://schemas.microsoft.com/office/drawing/2014/main" id="{F6D234B1-8645-FC4D-B4E1-64786BC1A4EF}"/>
              </a:ext>
            </a:extLst>
          </p:cNvPr>
          <p:cNvSpPr txBox="1"/>
          <p:nvPr/>
        </p:nvSpPr>
        <p:spPr>
          <a:xfrm>
            <a:off x="535305" y="8605882"/>
            <a:ext cx="2492990" cy="276999"/>
          </a:xfrm>
          <a:prstGeom prst="rect">
            <a:avLst/>
          </a:prstGeom>
          <a:solidFill>
            <a:srgbClr val="D90012"/>
          </a:solidFill>
          <a:ln>
            <a:noFill/>
          </a:ln>
        </p:spPr>
        <p:txBody>
          <a:bodyPr wrap="none" rtlCol="0">
            <a:spAutoFit/>
          </a:bodyPr>
          <a:lstStyle/>
          <a:p>
            <a:pPr defTabSz="503194"/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就可以看到訓練藍圖的課程狀態囉</a:t>
            </a:r>
            <a:endParaRPr lang="zh-TW" altLang="en-US" sz="12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ADD19F2C-9E7D-2C1D-DE72-A31036C65920}"/>
              </a:ext>
            </a:extLst>
          </p:cNvPr>
          <p:cNvSpPr/>
          <p:nvPr/>
        </p:nvSpPr>
        <p:spPr>
          <a:xfrm>
            <a:off x="1908256" y="9520241"/>
            <a:ext cx="2984754" cy="28800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zh-TW" altLang="en-US"/>
          </a:p>
        </p:txBody>
      </p:sp>
      <p:sp>
        <p:nvSpPr>
          <p:cNvPr id="1024" name="文字方塊 1023">
            <a:extLst>
              <a:ext uri="{FF2B5EF4-FFF2-40B4-BE49-F238E27FC236}">
                <a16:creationId xmlns:a16="http://schemas.microsoft.com/office/drawing/2014/main" id="{7C88A7B6-923C-926D-764C-1AECACCFBB3C}"/>
              </a:ext>
            </a:extLst>
          </p:cNvPr>
          <p:cNvSpPr txBox="1"/>
          <p:nvPr/>
        </p:nvSpPr>
        <p:spPr>
          <a:xfrm>
            <a:off x="2231194" y="9266703"/>
            <a:ext cx="992579" cy="276999"/>
          </a:xfrm>
          <a:prstGeom prst="rect">
            <a:avLst/>
          </a:prstGeom>
          <a:solidFill>
            <a:srgbClr val="D90012"/>
          </a:solidFill>
          <a:ln>
            <a:noFill/>
          </a:ln>
        </p:spPr>
        <p:txBody>
          <a:bodyPr wrap="none" rtlCol="0">
            <a:spAutoFit/>
          </a:bodyPr>
          <a:lstStyle/>
          <a:p>
            <a:pPr defTabSz="503194"/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綠勾為 </a:t>
            </a:r>
            <a:r>
              <a:rPr lang="zh-TW" altLang="en-US" sz="12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完訓</a:t>
            </a:r>
          </a:p>
        </p:txBody>
      </p:sp>
      <p:sp>
        <p:nvSpPr>
          <p:cNvPr id="1025" name="矩形 1024">
            <a:extLst>
              <a:ext uri="{FF2B5EF4-FFF2-40B4-BE49-F238E27FC236}">
                <a16:creationId xmlns:a16="http://schemas.microsoft.com/office/drawing/2014/main" id="{443CA122-0B0F-4E57-AC12-11E8ECEA3C32}"/>
              </a:ext>
            </a:extLst>
          </p:cNvPr>
          <p:cNvSpPr/>
          <p:nvPr/>
        </p:nvSpPr>
        <p:spPr>
          <a:xfrm>
            <a:off x="1908255" y="10251266"/>
            <a:ext cx="3223293" cy="28800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zh-TW" altLang="en-US"/>
          </a:p>
        </p:txBody>
      </p:sp>
      <p:sp>
        <p:nvSpPr>
          <p:cNvPr id="1027" name="文字方塊 1026">
            <a:extLst>
              <a:ext uri="{FF2B5EF4-FFF2-40B4-BE49-F238E27FC236}">
                <a16:creationId xmlns:a16="http://schemas.microsoft.com/office/drawing/2014/main" id="{B92DA9AC-9034-B51E-C9FE-BBB73C76D720}"/>
              </a:ext>
            </a:extLst>
          </p:cNvPr>
          <p:cNvSpPr txBox="1"/>
          <p:nvPr/>
        </p:nvSpPr>
        <p:spPr>
          <a:xfrm>
            <a:off x="2231194" y="9977850"/>
            <a:ext cx="2839239" cy="276999"/>
          </a:xfrm>
          <a:prstGeom prst="rect">
            <a:avLst/>
          </a:prstGeom>
          <a:solidFill>
            <a:srgbClr val="D90012"/>
          </a:solidFill>
          <a:ln>
            <a:noFill/>
          </a:ln>
        </p:spPr>
        <p:txBody>
          <a:bodyPr wrap="none" rtlCol="0">
            <a:spAutoFit/>
          </a:bodyPr>
          <a:lstStyle/>
          <a:p>
            <a:pPr defTabSz="503194"/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無狀態則為 </a:t>
            </a:r>
            <a:r>
              <a:rPr lang="zh-TW" altLang="en-US" sz="12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未完訓，點選課程即可上課</a:t>
            </a:r>
          </a:p>
        </p:txBody>
      </p:sp>
      <p:sp>
        <p:nvSpPr>
          <p:cNvPr id="1028" name="矩形 1027">
            <a:extLst>
              <a:ext uri="{FF2B5EF4-FFF2-40B4-BE49-F238E27FC236}">
                <a16:creationId xmlns:a16="http://schemas.microsoft.com/office/drawing/2014/main" id="{048935C8-CCFB-53BA-21D9-B6DE1AEF479F}"/>
              </a:ext>
            </a:extLst>
          </p:cNvPr>
          <p:cNvSpPr/>
          <p:nvPr/>
        </p:nvSpPr>
        <p:spPr>
          <a:xfrm>
            <a:off x="367829" y="8561579"/>
            <a:ext cx="5703694" cy="23795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/>
            <a:endParaRPr lang="zh-TW" altLang="en-US"/>
          </a:p>
        </p:txBody>
      </p:sp>
      <p:pic>
        <p:nvPicPr>
          <p:cNvPr id="1033" name="Picture 2" descr="커서를 클릭 상 커서 딸깍 하는 - Pixabay의 무료 이미지">
            <a:extLst>
              <a:ext uri="{FF2B5EF4-FFF2-40B4-BE49-F238E27FC236}">
                <a16:creationId xmlns:a16="http://schemas.microsoft.com/office/drawing/2014/main" id="{55BA3036-F9D9-FEC4-C10E-C494C9433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127" y="10397057"/>
            <a:ext cx="219765" cy="284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圖片 1033">
            <a:extLst>
              <a:ext uri="{FF2B5EF4-FFF2-40B4-BE49-F238E27FC236}">
                <a16:creationId xmlns:a16="http://schemas.microsoft.com/office/drawing/2014/main" id="{588769E5-BD7B-B9D7-A17A-B527F26F596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69" t="54039" r="42979" b="10621"/>
          <a:stretch/>
        </p:blipFill>
        <p:spPr>
          <a:xfrm>
            <a:off x="6275490" y="8608762"/>
            <a:ext cx="4072950" cy="1636658"/>
          </a:xfrm>
          <a:prstGeom prst="rect">
            <a:avLst/>
          </a:prstGeom>
        </p:spPr>
      </p:pic>
      <p:sp>
        <p:nvSpPr>
          <p:cNvPr id="1035" name="文字方塊 1034">
            <a:extLst>
              <a:ext uri="{FF2B5EF4-FFF2-40B4-BE49-F238E27FC236}">
                <a16:creationId xmlns:a16="http://schemas.microsoft.com/office/drawing/2014/main" id="{8491AEC4-077B-7BB6-9E6D-3D9B191DEA5F}"/>
              </a:ext>
            </a:extLst>
          </p:cNvPr>
          <p:cNvSpPr txBox="1"/>
          <p:nvPr/>
        </p:nvSpPr>
        <p:spPr>
          <a:xfrm>
            <a:off x="8097078" y="8553282"/>
            <a:ext cx="3724161" cy="276999"/>
          </a:xfrm>
          <a:prstGeom prst="rect">
            <a:avLst/>
          </a:prstGeom>
          <a:solidFill>
            <a:srgbClr val="D90012"/>
          </a:solidFill>
          <a:ln>
            <a:noFill/>
          </a:ln>
        </p:spPr>
        <p:txBody>
          <a:bodyPr wrap="none" rtlCol="0">
            <a:spAutoFit/>
          </a:bodyPr>
          <a:lstStyle/>
          <a:p>
            <a:pPr defTabSz="503194"/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You can view the status of each required course.</a:t>
            </a:r>
            <a:endParaRPr lang="zh-TW" altLang="en-US" sz="12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36" name="矩形 1035">
            <a:extLst>
              <a:ext uri="{FF2B5EF4-FFF2-40B4-BE49-F238E27FC236}">
                <a16:creationId xmlns:a16="http://schemas.microsoft.com/office/drawing/2014/main" id="{B711757E-5E4C-507D-5A22-B86B64179D94}"/>
              </a:ext>
            </a:extLst>
          </p:cNvPr>
          <p:cNvSpPr/>
          <p:nvPr/>
        </p:nvSpPr>
        <p:spPr>
          <a:xfrm>
            <a:off x="7328410" y="9153635"/>
            <a:ext cx="2251794" cy="28800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zh-TW" altLang="en-US"/>
          </a:p>
        </p:txBody>
      </p:sp>
      <p:sp>
        <p:nvSpPr>
          <p:cNvPr id="1037" name="矩形 1036">
            <a:extLst>
              <a:ext uri="{FF2B5EF4-FFF2-40B4-BE49-F238E27FC236}">
                <a16:creationId xmlns:a16="http://schemas.microsoft.com/office/drawing/2014/main" id="{F9F5B388-CA56-9776-66C5-F88ADA889829}"/>
              </a:ext>
            </a:extLst>
          </p:cNvPr>
          <p:cNvSpPr/>
          <p:nvPr/>
        </p:nvSpPr>
        <p:spPr>
          <a:xfrm>
            <a:off x="7328410" y="9671238"/>
            <a:ext cx="3223293" cy="28800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zh-TW" altLang="en-US"/>
          </a:p>
        </p:txBody>
      </p:sp>
      <p:sp>
        <p:nvSpPr>
          <p:cNvPr id="1038" name="文字方塊 1037">
            <a:extLst>
              <a:ext uri="{FF2B5EF4-FFF2-40B4-BE49-F238E27FC236}">
                <a16:creationId xmlns:a16="http://schemas.microsoft.com/office/drawing/2014/main" id="{B9027D86-7646-D8BA-0FFF-DE5836D0A1A1}"/>
              </a:ext>
            </a:extLst>
          </p:cNvPr>
          <p:cNvSpPr txBox="1"/>
          <p:nvPr/>
        </p:nvSpPr>
        <p:spPr>
          <a:xfrm>
            <a:off x="6682709" y="9934653"/>
            <a:ext cx="4761240" cy="415498"/>
          </a:xfrm>
          <a:prstGeom prst="rect">
            <a:avLst/>
          </a:prstGeom>
          <a:solidFill>
            <a:srgbClr val="D90012"/>
          </a:solidFill>
          <a:ln>
            <a:noFill/>
          </a:ln>
        </p:spPr>
        <p:txBody>
          <a:bodyPr wrap="none" rtlCol="0">
            <a:spAutoFit/>
          </a:bodyPr>
          <a:lstStyle/>
          <a:p>
            <a:pPr defTabSz="503194"/>
            <a:r>
              <a:rPr lang="en-US" altLang="zh-TW" sz="105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If there is no status, it means that the training has not been completed.</a:t>
            </a:r>
          </a:p>
          <a:p>
            <a:pPr defTabSz="503194"/>
            <a:r>
              <a:rPr lang="en-US" altLang="zh-TW" sz="105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Please click on the course to begin your learning journey.</a:t>
            </a:r>
            <a:endParaRPr lang="zh-TW" altLang="en-US" sz="105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39" name="矩形 1038">
            <a:extLst>
              <a:ext uri="{FF2B5EF4-FFF2-40B4-BE49-F238E27FC236}">
                <a16:creationId xmlns:a16="http://schemas.microsoft.com/office/drawing/2014/main" id="{7A48237B-7061-57D9-3753-44D1190BBFCC}"/>
              </a:ext>
            </a:extLst>
          </p:cNvPr>
          <p:cNvSpPr/>
          <p:nvPr/>
        </p:nvSpPr>
        <p:spPr>
          <a:xfrm>
            <a:off x="6219145" y="8555732"/>
            <a:ext cx="5703694" cy="19290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/>
            <a:endParaRPr lang="zh-TW" altLang="en-US"/>
          </a:p>
        </p:txBody>
      </p:sp>
      <p:pic>
        <p:nvPicPr>
          <p:cNvPr id="1040" name="Picture 2" descr="커서를 클릭 상 커서 딸깍 하는 - Pixabay의 무료 이미지">
            <a:extLst>
              <a:ext uri="{FF2B5EF4-FFF2-40B4-BE49-F238E27FC236}">
                <a16:creationId xmlns:a16="http://schemas.microsoft.com/office/drawing/2014/main" id="{DBABA607-0268-EB52-9F42-6D3805088B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0439" y="9787623"/>
            <a:ext cx="219765" cy="284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1" name="矩形 1040">
            <a:extLst>
              <a:ext uri="{FF2B5EF4-FFF2-40B4-BE49-F238E27FC236}">
                <a16:creationId xmlns:a16="http://schemas.microsoft.com/office/drawing/2014/main" id="{1AD4AB63-515C-EA17-706D-F59C0946AF53}"/>
              </a:ext>
            </a:extLst>
          </p:cNvPr>
          <p:cNvSpPr/>
          <p:nvPr/>
        </p:nvSpPr>
        <p:spPr>
          <a:xfrm>
            <a:off x="9537222" y="9098507"/>
            <a:ext cx="2057409" cy="468000"/>
          </a:xfrm>
          <a:prstGeom prst="rect">
            <a:avLst/>
          </a:prstGeom>
          <a:solidFill>
            <a:srgbClr val="D90012"/>
          </a:solidFill>
          <a:ln w="381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defTabSz="503194"/>
            <a:r>
              <a:rPr lang="en-US" altLang="zh-TW" sz="105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05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05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 green checkmark indicates </a:t>
            </a:r>
          </a:p>
          <a:p>
            <a:pPr defTabSz="503194"/>
            <a:r>
              <a:rPr lang="zh-TW" altLang="en-US" sz="105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105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the completion of training.</a:t>
            </a:r>
            <a:endParaRPr lang="zh-TW" altLang="en-US" sz="105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029" name="群組 1028">
            <a:extLst>
              <a:ext uri="{FF2B5EF4-FFF2-40B4-BE49-F238E27FC236}">
                <a16:creationId xmlns:a16="http://schemas.microsoft.com/office/drawing/2014/main" id="{F3E04F47-4DD4-3CCE-FC13-6767F86F1D43}"/>
              </a:ext>
            </a:extLst>
          </p:cNvPr>
          <p:cNvGrpSpPr/>
          <p:nvPr/>
        </p:nvGrpSpPr>
        <p:grpSpPr>
          <a:xfrm>
            <a:off x="5734130" y="8428345"/>
            <a:ext cx="734293" cy="844360"/>
            <a:chOff x="5500252" y="1447082"/>
            <a:chExt cx="734293" cy="844360"/>
          </a:xfrm>
        </p:grpSpPr>
        <p:sp>
          <p:nvSpPr>
            <p:cNvPr id="1030" name="橢圓 1029">
              <a:extLst>
                <a:ext uri="{FF2B5EF4-FFF2-40B4-BE49-F238E27FC236}">
                  <a16:creationId xmlns:a16="http://schemas.microsoft.com/office/drawing/2014/main" id="{8F333BB0-45A0-D395-ACBA-2BD8467C06F5}"/>
                </a:ext>
              </a:extLst>
            </p:cNvPr>
            <p:cNvSpPr/>
            <p:nvPr/>
          </p:nvSpPr>
          <p:spPr>
            <a:xfrm>
              <a:off x="5514545" y="1447082"/>
              <a:ext cx="720000" cy="720000"/>
            </a:xfrm>
            <a:prstGeom prst="ellipse">
              <a:avLst/>
            </a:prstGeom>
            <a:solidFill>
              <a:srgbClr val="FFC000"/>
            </a:solidFill>
          </p:spPr>
          <p:txBody>
            <a:bodyPr wrap="square" lIns="0" tIns="0" rIns="0" bIns="0" rtlCol="0" anchor="ctr"/>
            <a:lstStyle/>
            <a:p>
              <a:pPr algn="l"/>
              <a:endParaRPr lang="zh-TW" altLang="en-US" dirty="0"/>
            </a:p>
          </p:txBody>
        </p:sp>
        <p:sp>
          <p:nvSpPr>
            <p:cNvPr id="1031" name="文字方塊 1030">
              <a:extLst>
                <a:ext uri="{FF2B5EF4-FFF2-40B4-BE49-F238E27FC236}">
                  <a16:creationId xmlns:a16="http://schemas.microsoft.com/office/drawing/2014/main" id="{F314594F-A759-B1B1-58C8-7F26493056A5}"/>
                </a:ext>
              </a:extLst>
            </p:cNvPr>
            <p:cNvSpPr txBox="1"/>
            <p:nvPr/>
          </p:nvSpPr>
          <p:spPr>
            <a:xfrm>
              <a:off x="5500252" y="1490639"/>
              <a:ext cx="5681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>
                  <a:latin typeface="+mj-ea"/>
                  <a:ea typeface="+mj-ea"/>
                </a:rPr>
                <a:t>Step</a:t>
              </a:r>
            </a:p>
          </p:txBody>
        </p:sp>
        <p:sp>
          <p:nvSpPr>
            <p:cNvPr id="1032" name="文字方塊 1031">
              <a:extLst>
                <a:ext uri="{FF2B5EF4-FFF2-40B4-BE49-F238E27FC236}">
                  <a16:creationId xmlns:a16="http://schemas.microsoft.com/office/drawing/2014/main" id="{AE29B3B4-9CB5-954D-8938-B6B8A184D2BA}"/>
                </a:ext>
              </a:extLst>
            </p:cNvPr>
            <p:cNvSpPr txBox="1"/>
            <p:nvPr/>
          </p:nvSpPr>
          <p:spPr>
            <a:xfrm>
              <a:off x="5689279" y="1583556"/>
              <a:ext cx="44275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4000" b="1" dirty="0">
                  <a:latin typeface="KaiTi" panose="02010609060101010101" pitchFamily="49" charset="-122"/>
                  <a:ea typeface="KaiTi" panose="02010609060101010101" pitchFamily="49" charset="-122"/>
                </a:rPr>
                <a:t>3</a:t>
              </a:r>
            </a:p>
          </p:txBody>
        </p:sp>
      </p:grpSp>
      <p:grpSp>
        <p:nvGrpSpPr>
          <p:cNvPr id="109" name="群組 108">
            <a:extLst>
              <a:ext uri="{FF2B5EF4-FFF2-40B4-BE49-F238E27FC236}">
                <a16:creationId xmlns:a16="http://schemas.microsoft.com/office/drawing/2014/main" id="{A2F13F51-A905-C7A8-4B36-1149AC2922D6}"/>
              </a:ext>
            </a:extLst>
          </p:cNvPr>
          <p:cNvGrpSpPr/>
          <p:nvPr/>
        </p:nvGrpSpPr>
        <p:grpSpPr>
          <a:xfrm>
            <a:off x="5747329" y="5798651"/>
            <a:ext cx="734293" cy="844360"/>
            <a:chOff x="5500252" y="1447082"/>
            <a:chExt cx="734293" cy="844360"/>
          </a:xfrm>
        </p:grpSpPr>
        <p:sp>
          <p:nvSpPr>
            <p:cNvPr id="110" name="橢圓 109">
              <a:extLst>
                <a:ext uri="{FF2B5EF4-FFF2-40B4-BE49-F238E27FC236}">
                  <a16:creationId xmlns:a16="http://schemas.microsoft.com/office/drawing/2014/main" id="{2BAFF505-12AB-F2E6-7A08-7C9097708044}"/>
                </a:ext>
              </a:extLst>
            </p:cNvPr>
            <p:cNvSpPr/>
            <p:nvPr/>
          </p:nvSpPr>
          <p:spPr>
            <a:xfrm>
              <a:off x="5514545" y="1447082"/>
              <a:ext cx="720000" cy="720000"/>
            </a:xfrm>
            <a:prstGeom prst="ellipse">
              <a:avLst/>
            </a:prstGeom>
            <a:solidFill>
              <a:srgbClr val="FFC000"/>
            </a:solidFill>
          </p:spPr>
          <p:txBody>
            <a:bodyPr wrap="square" lIns="0" tIns="0" rIns="0" bIns="0" rtlCol="0" anchor="ctr"/>
            <a:lstStyle/>
            <a:p>
              <a:pPr algn="l"/>
              <a:endParaRPr lang="zh-TW" altLang="en-US" dirty="0"/>
            </a:p>
          </p:txBody>
        </p:sp>
        <p:sp>
          <p:nvSpPr>
            <p:cNvPr id="111" name="文字方塊 110">
              <a:extLst>
                <a:ext uri="{FF2B5EF4-FFF2-40B4-BE49-F238E27FC236}">
                  <a16:creationId xmlns:a16="http://schemas.microsoft.com/office/drawing/2014/main" id="{0E245F3E-8D04-B9A6-0FB6-52E65693302C}"/>
                </a:ext>
              </a:extLst>
            </p:cNvPr>
            <p:cNvSpPr txBox="1"/>
            <p:nvPr/>
          </p:nvSpPr>
          <p:spPr>
            <a:xfrm>
              <a:off x="5500252" y="1490639"/>
              <a:ext cx="5681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b="1">
                  <a:latin typeface="+mj-ea"/>
                  <a:ea typeface="+mj-ea"/>
                </a:rPr>
                <a:t>Step</a:t>
              </a:r>
              <a:endParaRPr lang="en-US" altLang="zh-TW" sz="1400" b="1" dirty="0">
                <a:latin typeface="+mj-ea"/>
                <a:ea typeface="+mj-ea"/>
              </a:endParaRPr>
            </a:p>
          </p:txBody>
        </p:sp>
        <p:sp>
          <p:nvSpPr>
            <p:cNvPr id="112" name="文字方塊 111">
              <a:extLst>
                <a:ext uri="{FF2B5EF4-FFF2-40B4-BE49-F238E27FC236}">
                  <a16:creationId xmlns:a16="http://schemas.microsoft.com/office/drawing/2014/main" id="{5D9E36FF-A012-A50E-CE33-1F318645F82C}"/>
                </a:ext>
              </a:extLst>
            </p:cNvPr>
            <p:cNvSpPr txBox="1"/>
            <p:nvPr/>
          </p:nvSpPr>
          <p:spPr>
            <a:xfrm>
              <a:off x="5689279" y="1583556"/>
              <a:ext cx="44275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4000" b="1" dirty="0">
                  <a:latin typeface="KaiTi" panose="02010609060101010101" pitchFamily="49" charset="-122"/>
                  <a:ea typeface="KaiTi" panose="02010609060101010101" pitchFamily="49" charset="-122"/>
                </a:rPr>
                <a:t>2</a:t>
              </a:r>
            </a:p>
          </p:txBody>
        </p:sp>
      </p:grpSp>
      <p:sp>
        <p:nvSpPr>
          <p:cNvPr id="1047" name="矩形 1046">
            <a:extLst>
              <a:ext uri="{FF2B5EF4-FFF2-40B4-BE49-F238E27FC236}">
                <a16:creationId xmlns:a16="http://schemas.microsoft.com/office/drawing/2014/main" id="{CE438D3F-04D7-DDC9-4E21-15A6AEAC7585}"/>
              </a:ext>
            </a:extLst>
          </p:cNvPr>
          <p:cNvSpPr/>
          <p:nvPr/>
        </p:nvSpPr>
        <p:spPr>
          <a:xfrm>
            <a:off x="6070886" y="11125708"/>
            <a:ext cx="5818544" cy="13267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l"/>
            <a:endParaRPr lang="zh-TW" altLang="en-US"/>
          </a:p>
        </p:txBody>
      </p:sp>
      <p:pic>
        <p:nvPicPr>
          <p:cNvPr id="1048" name="圖片 1047">
            <a:extLst>
              <a:ext uri="{FF2B5EF4-FFF2-40B4-BE49-F238E27FC236}">
                <a16:creationId xmlns:a16="http://schemas.microsoft.com/office/drawing/2014/main" id="{FA9DC974-A104-8E24-1D2D-716A2038719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3652" y="11176326"/>
            <a:ext cx="1258080" cy="1220526"/>
          </a:xfrm>
          <a:prstGeom prst="rect">
            <a:avLst/>
          </a:prstGeom>
        </p:spPr>
      </p:pic>
      <p:sp>
        <p:nvSpPr>
          <p:cNvPr id="1049" name="文字方塊 1048">
            <a:extLst>
              <a:ext uri="{FF2B5EF4-FFF2-40B4-BE49-F238E27FC236}">
                <a16:creationId xmlns:a16="http://schemas.microsoft.com/office/drawing/2014/main" id="{2FC2C3E5-BC6E-7B27-EE30-2E68B5BA3D97}"/>
              </a:ext>
            </a:extLst>
          </p:cNvPr>
          <p:cNvSpPr txBox="1"/>
          <p:nvPr/>
        </p:nvSpPr>
        <p:spPr>
          <a:xfrm>
            <a:off x="7426412" y="11220594"/>
            <a:ext cx="4454333" cy="110299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503194">
              <a:lnSpc>
                <a:spcPct val="120000"/>
              </a:lnSpc>
            </a:pPr>
            <a:r>
              <a:rPr lang="en-US" altLang="zh-TW" sz="1400" b="1" dirty="0">
                <a:solidFill>
                  <a:srgbClr val="D9001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Tips!!</a:t>
            </a:r>
          </a:p>
          <a:p>
            <a:pPr defTabSz="503194">
              <a:lnSpc>
                <a:spcPct val="120000"/>
              </a:lnSpc>
            </a:pPr>
            <a:r>
              <a:rPr lang="en-US" altLang="zh-TW" sz="1400" b="1" dirty="0">
                <a:solidFill>
                  <a:srgbClr val="D9001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English subtitles can be selected from the lower right corner of certain videos.</a:t>
            </a:r>
          </a:p>
          <a:p>
            <a:pPr defTabSz="503194">
              <a:lnSpc>
                <a:spcPct val="120000"/>
              </a:lnSpc>
            </a:pPr>
            <a:r>
              <a:rPr lang="zh-TW" altLang="en-US" sz="1400" b="1" dirty="0">
                <a:solidFill>
                  <a:srgbClr val="D9001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如需修改字幕語言，可於課程影片中「字幕」選項修改</a:t>
            </a:r>
          </a:p>
        </p:txBody>
      </p:sp>
      <p:sp>
        <p:nvSpPr>
          <p:cNvPr id="1050" name="矩形 1049">
            <a:extLst>
              <a:ext uri="{FF2B5EF4-FFF2-40B4-BE49-F238E27FC236}">
                <a16:creationId xmlns:a16="http://schemas.microsoft.com/office/drawing/2014/main" id="{3E6100FE-C5D1-120F-A973-D089E9BA42E8}"/>
              </a:ext>
            </a:extLst>
          </p:cNvPr>
          <p:cNvSpPr/>
          <p:nvPr/>
        </p:nvSpPr>
        <p:spPr>
          <a:xfrm>
            <a:off x="6620080" y="11696762"/>
            <a:ext cx="393052" cy="21326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l"/>
            <a:endParaRPr lang="zh-TW" altLang="en-US"/>
          </a:p>
        </p:txBody>
      </p:sp>
      <p:sp>
        <p:nvSpPr>
          <p:cNvPr id="1051" name="文字方塊 1050">
            <a:extLst>
              <a:ext uri="{FF2B5EF4-FFF2-40B4-BE49-F238E27FC236}">
                <a16:creationId xmlns:a16="http://schemas.microsoft.com/office/drawing/2014/main" id="{B0A27B7D-AD2C-656D-FBEC-2D3B86C2F069}"/>
              </a:ext>
            </a:extLst>
          </p:cNvPr>
          <p:cNvSpPr txBox="1"/>
          <p:nvPr/>
        </p:nvSpPr>
        <p:spPr>
          <a:xfrm>
            <a:off x="327788" y="11199971"/>
            <a:ext cx="3971309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di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+mn-cs"/>
              </a:rPr>
              <a:t>人才暨管理中心 </a:t>
            </a:r>
            <a:r>
              <a:rPr kumimoji="0" lang="en-US" altLang="zh-TW" sz="1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+mn-cs"/>
              </a:rPr>
              <a:t>/</a:t>
            </a:r>
            <a:r>
              <a:rPr kumimoji="0" lang="zh-TW" altLang="en-US" sz="1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+mn-cs"/>
              </a:rPr>
              <a:t> 人才發展部</a:t>
            </a:r>
            <a:endParaRPr kumimoji="0" lang="en-US" altLang="zh-TW" sz="19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1052" name="文字方塊 1051">
            <a:extLst>
              <a:ext uri="{FF2B5EF4-FFF2-40B4-BE49-F238E27FC236}">
                <a16:creationId xmlns:a16="http://schemas.microsoft.com/office/drawing/2014/main" id="{D95346F1-74F4-8EBE-1121-D204F3D387C3}"/>
              </a:ext>
            </a:extLst>
          </p:cNvPr>
          <p:cNvSpPr txBox="1"/>
          <p:nvPr/>
        </p:nvSpPr>
        <p:spPr>
          <a:xfrm>
            <a:off x="346817" y="11815666"/>
            <a:ext cx="4112834" cy="636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lnSpc>
                <a:spcPct val="110000"/>
              </a:lnSpc>
              <a:defRPr/>
            </a:pPr>
            <a:r>
              <a:rPr lang="zh-TW" altLang="en-US" sz="1100" b="1" spc="200" dirty="0">
                <a:latin typeface="+mj-ea"/>
                <a:ea typeface="+mj-ea"/>
              </a:rPr>
              <a:t>李梅君 </a:t>
            </a:r>
            <a:r>
              <a:rPr lang="en-US" altLang="zh-TW" sz="1100" b="1" spc="200" dirty="0">
                <a:latin typeface="+mj-ea"/>
                <a:ea typeface="+mj-ea"/>
              </a:rPr>
              <a:t>Sherry #28450    </a:t>
            </a:r>
            <a:r>
              <a:rPr lang="zh-TW" altLang="en-US" sz="1100" b="1" spc="200" dirty="0">
                <a:latin typeface="+mj-ea"/>
                <a:ea typeface="+mj-ea"/>
              </a:rPr>
              <a:t>張倪禎 </a:t>
            </a:r>
            <a:r>
              <a:rPr lang="en-US" altLang="zh-TW" sz="1100" b="1" spc="200" dirty="0">
                <a:latin typeface="+mj-ea"/>
                <a:ea typeface="+mj-ea"/>
              </a:rPr>
              <a:t>Nica #21582</a:t>
            </a:r>
          </a:p>
          <a:p>
            <a:pPr defTabSz="457200">
              <a:lnSpc>
                <a:spcPct val="110000"/>
              </a:lnSpc>
              <a:defRPr/>
            </a:pPr>
            <a:r>
              <a:rPr lang="zh-TW" altLang="en-US" sz="1100" b="1" spc="200" dirty="0">
                <a:latin typeface="+mj-ea"/>
                <a:ea typeface="+mj-ea"/>
              </a:rPr>
              <a:t>余佩倫 </a:t>
            </a:r>
            <a:r>
              <a:rPr lang="en-US" altLang="zh-TW" sz="1100" b="1" spc="200" dirty="0">
                <a:latin typeface="+mj-ea"/>
                <a:ea typeface="+mj-ea"/>
              </a:rPr>
              <a:t>Yvonne #21823   </a:t>
            </a:r>
            <a:r>
              <a:rPr lang="zh-TW" altLang="en-US" sz="1100" b="1" spc="200" dirty="0">
                <a:latin typeface="+mj-ea"/>
                <a:ea typeface="+mj-ea"/>
              </a:rPr>
              <a:t>陳吟綺 </a:t>
            </a:r>
            <a:r>
              <a:rPr lang="en-US" altLang="zh-TW" sz="1100" b="1" spc="200" dirty="0">
                <a:latin typeface="+mj-ea"/>
                <a:ea typeface="+mj-ea"/>
              </a:rPr>
              <a:t>Villa #28418</a:t>
            </a:r>
          </a:p>
          <a:p>
            <a:pPr defTabSz="457200">
              <a:lnSpc>
                <a:spcPct val="110000"/>
              </a:lnSpc>
              <a:defRPr/>
            </a:pPr>
            <a:r>
              <a:rPr kumimoji="0" lang="zh-TW" altLang="en-US" sz="1100" b="1" i="0" u="none" strike="noStrike" kern="1200" cap="none" spc="20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+mn-cs"/>
              </a:rPr>
              <a:t>金</a:t>
            </a:r>
            <a:r>
              <a:rPr lang="zh-TW" altLang="en-US" sz="1100" b="1" spc="200" dirty="0">
                <a:latin typeface="+mj-ea"/>
                <a:ea typeface="+mj-ea"/>
              </a:rPr>
              <a:t>蓓瑩 </a:t>
            </a:r>
            <a:r>
              <a:rPr lang="en-US" altLang="zh-TW" sz="1100" b="1" spc="200" dirty="0">
                <a:latin typeface="+mj-ea"/>
                <a:ea typeface="+mj-ea"/>
              </a:rPr>
              <a:t>Albee #21984</a:t>
            </a:r>
            <a:endParaRPr kumimoji="0" lang="en-US" altLang="zh-TW" sz="1100" b="1" i="0" u="none" strike="noStrike" kern="1200" cap="none" spc="200" normalizeH="0" baseline="0" noProof="0" dirty="0">
              <a:ln>
                <a:noFill/>
              </a:ln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1053" name="文字方塊 1052">
            <a:extLst>
              <a:ext uri="{FF2B5EF4-FFF2-40B4-BE49-F238E27FC236}">
                <a16:creationId xmlns:a16="http://schemas.microsoft.com/office/drawing/2014/main" id="{29A5294A-F94C-6933-05B8-3A601AD2868C}"/>
              </a:ext>
            </a:extLst>
          </p:cNvPr>
          <p:cNvSpPr txBox="1"/>
          <p:nvPr/>
        </p:nvSpPr>
        <p:spPr>
          <a:xfrm>
            <a:off x="327789" y="11525175"/>
            <a:ext cx="41128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50" b="1" dirty="0">
                <a:effectLst/>
                <a:latin typeface="+mj-ea"/>
                <a:ea typeface="+mj-ea"/>
                <a:cs typeface="Arial" panose="020B0604020202020204" pitchFamily="34" charset="0"/>
              </a:rPr>
              <a:t>Talent and Management Center / Talent Development Dept.</a:t>
            </a:r>
            <a:endParaRPr lang="zh-TW" altLang="en-US" sz="1050" b="1" dirty="0">
              <a:latin typeface="+mj-ea"/>
              <a:ea typeface="+mj-ea"/>
            </a:endParaRPr>
          </a:p>
        </p:txBody>
      </p:sp>
      <p:cxnSp>
        <p:nvCxnSpPr>
          <p:cNvPr id="1054" name="直線接點 1053">
            <a:extLst>
              <a:ext uri="{FF2B5EF4-FFF2-40B4-BE49-F238E27FC236}">
                <a16:creationId xmlns:a16="http://schemas.microsoft.com/office/drawing/2014/main" id="{0931B219-FB7B-BF2B-9327-7BA82628C2A4}"/>
              </a:ext>
            </a:extLst>
          </p:cNvPr>
          <p:cNvCxnSpPr/>
          <p:nvPr/>
        </p:nvCxnSpPr>
        <p:spPr>
          <a:xfrm>
            <a:off x="327788" y="11798141"/>
            <a:ext cx="387581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5" name="圖片 1054" descr="一張含有 黑色, 黑暗 的圖片&#10;&#10;自動產生的描述">
            <a:extLst>
              <a:ext uri="{FF2B5EF4-FFF2-40B4-BE49-F238E27FC236}">
                <a16:creationId xmlns:a16="http://schemas.microsoft.com/office/drawing/2014/main" id="{6A78CAAF-6343-676F-59E0-23203E653910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22904" t="10000" r="23724" b="52805"/>
          <a:stretch/>
        </p:blipFill>
        <p:spPr>
          <a:xfrm>
            <a:off x="4221115" y="11055235"/>
            <a:ext cx="1631946" cy="1421620"/>
          </a:xfrm>
          <a:prstGeom prst="rect">
            <a:avLst/>
          </a:prstGeom>
        </p:spPr>
      </p:pic>
      <p:pic>
        <p:nvPicPr>
          <p:cNvPr id="1057" name="圖片 1056" descr="一張含有 字型, 圖形, 平面設計, 紅色 的圖片&#10;&#10;自動產生的描述">
            <a:extLst>
              <a:ext uri="{FF2B5EF4-FFF2-40B4-BE49-F238E27FC236}">
                <a16:creationId xmlns:a16="http://schemas.microsoft.com/office/drawing/2014/main" id="{90E629C2-441E-CD70-958A-7EE710CE3CD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3055" y="12575596"/>
            <a:ext cx="1271604" cy="207627"/>
          </a:xfrm>
          <a:prstGeom prst="rect">
            <a:avLst/>
          </a:prstGeom>
        </p:spPr>
      </p:pic>
      <p:sp>
        <p:nvSpPr>
          <p:cNvPr id="1058" name="內容版面配置區 40">
            <a:extLst>
              <a:ext uri="{FF2B5EF4-FFF2-40B4-BE49-F238E27FC236}">
                <a16:creationId xmlns:a16="http://schemas.microsoft.com/office/drawing/2014/main" id="{4AB5D6C7-C6C3-BAE8-122B-2D53C28983CC}"/>
              </a:ext>
            </a:extLst>
          </p:cNvPr>
          <p:cNvSpPr txBox="1">
            <a:spLocks/>
          </p:cNvSpPr>
          <p:nvPr/>
        </p:nvSpPr>
        <p:spPr>
          <a:xfrm>
            <a:off x="294023" y="1574380"/>
            <a:ext cx="5058007" cy="3381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b="1" dirty="0">
                <a:latin typeface="+mj-ea"/>
                <a:ea typeface="+mj-ea"/>
              </a:rPr>
              <a:t>E-Learning Interface Description and Steps</a:t>
            </a:r>
            <a:endParaRPr lang="zh-TW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786018256"/>
      </p:ext>
    </p:extLst>
  </p:cSld>
  <p:clrMapOvr>
    <a:masterClrMapping/>
  </p:clrMapOvr>
</p:sld>
</file>

<file path=ppt/theme/theme1.xml><?xml version="1.0" encoding="utf-8"?>
<a:theme xmlns:a="http://schemas.openxmlformats.org/drawingml/2006/main" name="White Version">
  <a:themeElements>
    <a:clrScheme name="Inventec">
      <a:dk1>
        <a:srgbClr val="000000"/>
      </a:dk1>
      <a:lt1>
        <a:srgbClr val="FFFFFF"/>
      </a:lt1>
      <a:dk2>
        <a:srgbClr val="717073"/>
      </a:dk2>
      <a:lt2>
        <a:srgbClr val="D90012"/>
      </a:lt2>
      <a:accent1>
        <a:srgbClr val="D90012"/>
      </a:accent1>
      <a:accent2>
        <a:srgbClr val="717073"/>
      </a:accent2>
      <a:accent3>
        <a:srgbClr val="B3B3B3"/>
      </a:accent3>
      <a:accent4>
        <a:srgbClr val="171616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自訂 1">
      <a:majorFont>
        <a:latin typeface="Segoe UI Semibold"/>
        <a:ea typeface="Microsoft JhengHei"/>
        <a:cs typeface=""/>
      </a:majorFont>
      <a:minorFont>
        <a:latin typeface="Segoe UI Light"/>
        <a:ea typeface="Microsoft JhengHei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</a:spPr>
      <a:bodyPr wrap="square" lIns="0" tIns="0" rIns="0" bIns="0" rtlCol="0"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Gray Version">
  <a:themeElements>
    <a:clrScheme name="自訂 1">
      <a:dk1>
        <a:srgbClr val="171616"/>
      </a:dk1>
      <a:lt1>
        <a:srgbClr val="FFFFFF"/>
      </a:lt1>
      <a:dk2>
        <a:srgbClr val="717073"/>
      </a:dk2>
      <a:lt2>
        <a:srgbClr val="D90012"/>
      </a:lt2>
      <a:accent1>
        <a:srgbClr val="D90012"/>
      </a:accent1>
      <a:accent2>
        <a:srgbClr val="717073"/>
      </a:accent2>
      <a:accent3>
        <a:srgbClr val="B3B3B3"/>
      </a:accent3>
      <a:accent4>
        <a:srgbClr val="171616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自訂 2">
      <a:majorFont>
        <a:latin typeface="Segoe UI Semibold"/>
        <a:ea typeface="Noto Sans TC"/>
        <a:cs typeface=""/>
      </a:majorFont>
      <a:minorFont>
        <a:latin typeface="Segoe UI Light"/>
        <a:ea typeface="Noto Sans T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</a:spPr>
      <a:bodyPr wrap="square" lIns="0" tIns="0" rIns="0" bIns="0" rtlCol="0"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cfeced3-15d9-467c-9c70-9fc5bf6f21ee" xsi:nil="true"/>
    <lcf76f155ced4ddcb4097134ff3c332f xmlns="407ca059-b77c-406a-bf64-f6659a3f61ad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8ACBC99BFDB2F747B41B69F0BBC8F4C6" ma:contentTypeVersion="11" ma:contentTypeDescription="建立新的文件。" ma:contentTypeScope="" ma:versionID="b61a311c39684ad25b89b42697711f6b">
  <xsd:schema xmlns:xsd="http://www.w3.org/2001/XMLSchema" xmlns:xs="http://www.w3.org/2001/XMLSchema" xmlns:p="http://schemas.microsoft.com/office/2006/metadata/properties" xmlns:ns2="407ca059-b77c-406a-bf64-f6659a3f61ad" xmlns:ns3="4cfeced3-15d9-467c-9c70-9fc5bf6f21ee" targetNamespace="http://schemas.microsoft.com/office/2006/metadata/properties" ma:root="true" ma:fieldsID="dd636c0ac4798a4802fe716564912dec" ns2:_="" ns3:_="">
    <xsd:import namespace="407ca059-b77c-406a-bf64-f6659a3f61ad"/>
    <xsd:import namespace="4cfeced3-15d9-467c-9c70-9fc5bf6f21e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7ca059-b77c-406a-bf64-f6659a3f61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影像標籤" ma:readOnly="false" ma:fieldId="{5cf76f15-5ced-4ddc-b409-7134ff3c332f}" ma:taxonomyMulti="true" ma:sspId="1f64b911-3389-4360-a26d-e4cd8cf836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feced3-15d9-467c-9c70-9fc5bf6f21e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ab2f961-62f6-4ef2-9d02-59d2e72cf392}" ma:internalName="TaxCatchAll" ma:showField="CatchAllData" ma:web="4cfeced3-15d9-467c-9c70-9fc5bf6f21e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89C012-CE31-4DA2-9899-1C6D64ACF52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C08F6E-39E6-45C1-AEA3-B60F1C14DF09}">
  <ds:schemaRefs>
    <ds:schemaRef ds:uri="http://schemas.microsoft.com/office/2006/documentManagement/types"/>
    <ds:schemaRef ds:uri="http://purl.org/dc/elements/1.1/"/>
    <ds:schemaRef ds:uri="http://purl.org/dc/terms/"/>
    <ds:schemaRef ds:uri="http://www.w3.org/XML/1998/namespace"/>
    <ds:schemaRef ds:uri="http://schemas.openxmlformats.org/package/2006/metadata/core-properties"/>
    <ds:schemaRef ds:uri="407ca059-b77c-406a-bf64-f6659a3f61ad"/>
    <ds:schemaRef ds:uri="4cfeced3-15d9-467c-9c70-9fc5bf6f21ee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C3925F3-31DC-4DFE-855B-5F74153B4D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07ca059-b77c-406a-bf64-f6659a3f61ad"/>
    <ds:schemaRef ds:uri="4cfeced3-15d9-467c-9c70-9fc5bf6f21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26641</TotalTime>
  <Words>233</Words>
  <Application>Microsoft Office PowerPoint</Application>
  <PresentationFormat>寬螢幕</PresentationFormat>
  <Paragraphs>41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</vt:i4>
      </vt:variant>
    </vt:vector>
  </HeadingPairs>
  <TitlesOfParts>
    <vt:vector size="10" baseType="lpstr">
      <vt:lpstr>KaiTi</vt:lpstr>
      <vt:lpstr>微軟正黑體</vt:lpstr>
      <vt:lpstr>Arial</vt:lpstr>
      <vt:lpstr>Calibri</vt:lpstr>
      <vt:lpstr>Segoe UI</vt:lpstr>
      <vt:lpstr>Segoe UI Light</vt:lpstr>
      <vt:lpstr>Segoe UI Semibold</vt:lpstr>
      <vt:lpstr>White Version</vt:lpstr>
      <vt:lpstr>Gray Version</vt:lpstr>
      <vt:lpstr>E-Learning數位學習平台藍圖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浴淳 林</dc:creator>
  <cp:lastModifiedBy>Lee.Sherry 李梅君 IEC1</cp:lastModifiedBy>
  <cp:revision>151</cp:revision>
  <dcterms:created xsi:type="dcterms:W3CDTF">2023-10-11T06:49:16Z</dcterms:created>
  <dcterms:modified xsi:type="dcterms:W3CDTF">2024-12-23T07:36:41Z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287049</vt:lpwstr>
  </property>
  <property fmtid="{D5CDD505-2E9C-101B-9397-08002B2CF9AE}" pid="3" name="NXPowerLiteSettings">
    <vt:lpwstr>F7000400038000</vt:lpwstr>
  </property>
  <property fmtid="{D5CDD505-2E9C-101B-9397-08002B2CF9AE}" pid="4" name="NXPowerLiteVersion">
    <vt:lpwstr>S10.0.0</vt:lpwstr>
  </property>
  <property fmtid="{D5CDD505-2E9C-101B-9397-08002B2CF9AE}" pid="5" name="ContentTypeId">
    <vt:lpwstr>0x0101008ACBC99BFDB2F747B41B69F0BBC8F4C6</vt:lpwstr>
  </property>
  <property fmtid="{D5CDD505-2E9C-101B-9397-08002B2CF9AE}" pid="6" name="MediaServiceImageTags">
    <vt:lpwstr/>
  </property>
</Properties>
</file>